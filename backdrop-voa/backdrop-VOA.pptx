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image" Target="../media/image-1-10.png"/><Relationship Id="rId11" Type="http://schemas.openxmlformats.org/officeDocument/2006/relationships/image" Target="../media/image-1-11.png"/><Relationship Id="rId12" Type="http://schemas.openxmlformats.org/officeDocument/2006/relationships/image" Target="../media/image-1-12.png"/><Relationship Id="rId13" Type="http://schemas.openxmlformats.org/officeDocument/2006/relationships/image" Target="../media/image-1-13.png"/><Relationship Id="rId14" Type="http://schemas.openxmlformats.org/officeDocument/2006/relationships/image" Target="../media/image-1-14.png"/><Relationship Id="rId15" Type="http://schemas.openxmlformats.org/officeDocument/2006/relationships/image" Target="../media/image-1-15.png"/><Relationship Id="rId16" Type="http://schemas.openxmlformats.org/officeDocument/2006/relationships/image" Target="../media/image-1-8.png"/><Relationship Id="rId17" Type="http://schemas.openxmlformats.org/officeDocument/2006/relationships/image" Target="../media/image-1-17.png"/><Relationship Id="rId18" Type="http://schemas.openxmlformats.org/officeDocument/2006/relationships/image" Target="../media/image-1-18.png"/><Relationship Id="rId19" Type="http://schemas.openxmlformats.org/officeDocument/2006/relationships/image" Target="../media/image-1-19.png"/><Relationship Id="rId20" Type="http://schemas.openxmlformats.org/officeDocument/2006/relationships/image" Target="../media/image-1-20.png"/><Relationship Id="rId21" Type="http://schemas.openxmlformats.org/officeDocument/2006/relationships/image" Target="../media/image-1-21.png"/><Relationship Id="rId22" Type="http://schemas.openxmlformats.org/officeDocument/2006/relationships/image" Target="../media/image-1-22.png"/><Relationship Id="rId23" Type="http://schemas.openxmlformats.org/officeDocument/2006/relationships/image" Target="../media/image-1-23.png"/><Relationship Id="rId24" Type="http://schemas.openxmlformats.org/officeDocument/2006/relationships/image" Target="../media/image-1-24.png"/><Relationship Id="rId25" Type="http://schemas.openxmlformats.org/officeDocument/2006/relationships/image" Target="../media/image-1-25.png"/><Relationship Id="rId26" Type="http://schemas.openxmlformats.org/officeDocument/2006/relationships/image" Target="../media/image-1-26.png"/><Relationship Id="rId27" Type="http://schemas.openxmlformats.org/officeDocument/2006/relationships/image" Target="../media/image-1-27.png"/><Relationship Id="rId28" Type="http://schemas.openxmlformats.org/officeDocument/2006/relationships/slideLayout" Target="../slideLayouts/slideLayout1.xml"/><Relationship Id="rId29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 Thăng Long Quốc Tế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29" y="340519"/>
            <a:ext cx="749242" cy="741363"/>
          </a:xfrm>
          <a:prstGeom prst="rect">
            <a:avLst/>
          </a:prstGeom>
        </p:spPr>
      </p:pic>
      <p:pic>
        <p:nvPicPr>
          <p:cNvPr id="3" name="Image 1" descr="QR Faceboo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6900" y="279400"/>
            <a:ext cx="749300" cy="749300"/>
          </a:xfrm>
          <a:prstGeom prst="rect">
            <a:avLst/>
          </a:prstGeom>
        </p:spPr>
      </p:pic>
      <p:pic>
        <p:nvPicPr>
          <p:cNvPr id="4" name="Image 2" descr="QR Zalo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56700" y="279400"/>
            <a:ext cx="749300" cy="749300"/>
          </a:xfrm>
          <a:prstGeom prst="rect">
            <a:avLst/>
          </a:prstGeom>
        </p:spPr>
      </p:pic>
      <p:pic>
        <p:nvPicPr>
          <p:cNvPr id="5" name="Image 3" descr="QR TikTo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96500" y="279400"/>
            <a:ext cx="749300" cy="749300"/>
          </a:xfrm>
          <a:prstGeom prst="rect">
            <a:avLst/>
          </a:prstGeom>
        </p:spPr>
      </p:pic>
      <p:pic>
        <p:nvPicPr>
          <p:cNvPr id="6" name="Image 4" descr="QR Instagram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36300" y="279400"/>
            <a:ext cx="749300" cy="749300"/>
          </a:xfrm>
          <a:prstGeom prst="rect">
            <a:avLst/>
          </a:prstGeom>
        </p:spPr>
      </p:pic>
      <p:pic>
        <p:nvPicPr>
          <p:cNvPr id="7" name="Image 5" descr="Allgen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9750" y="1492262"/>
            <a:ext cx="1142702" cy="482575"/>
          </a:xfrm>
          <a:prstGeom prst="rect">
            <a:avLst/>
          </a:prstGeom>
        </p:spPr>
      </p:pic>
      <p:pic>
        <p:nvPicPr>
          <p:cNvPr id="8" name="Image 6" descr="FDA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90652" y="1631958"/>
            <a:ext cx="511870" cy="203185"/>
          </a:xfrm>
          <a:prstGeom prst="rect">
            <a:avLst/>
          </a:prstGeom>
        </p:spPr>
      </p:pic>
      <p:pic>
        <p:nvPicPr>
          <p:cNvPr id="9" name="Image 7" descr="ISO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378722" y="1631953"/>
            <a:ext cx="491728" cy="203193"/>
          </a:xfrm>
          <a:prstGeom prst="rect">
            <a:avLst/>
          </a:prstGeom>
        </p:spPr>
      </p:pic>
      <p:pic>
        <p:nvPicPr>
          <p:cNvPr id="10" name="Image 8" descr="BonGold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1200" y="3360738"/>
            <a:ext cx="1117600" cy="279400"/>
          </a:xfrm>
          <a:prstGeom prst="rect">
            <a:avLst/>
          </a:prstGeom>
        </p:spPr>
      </p:pic>
      <p:pic>
        <p:nvPicPr>
          <p:cNvPr id="11" name="Image 9" descr="40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063879" y="3244155"/>
            <a:ext cx="2806443" cy="944265"/>
          </a:xfrm>
          <a:prstGeom prst="rect">
            <a:avLst/>
          </a:prstGeom>
        </p:spPr>
      </p:pic>
      <p:pic>
        <p:nvPicPr>
          <p:cNvPr id="12" name="Image 10" descr="Skulheal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566716" y="4906967"/>
            <a:ext cx="1146870" cy="279391"/>
          </a:xfrm>
          <a:prstGeom prst="rect">
            <a:avLst/>
          </a:prstGeom>
        </p:spPr>
      </p:pic>
      <p:pic>
        <p:nvPicPr>
          <p:cNvPr id="13" name="Image 11" descr="36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39809" y="4715272"/>
            <a:ext cx="2806582" cy="916682"/>
          </a:xfrm>
          <a:prstGeom prst="rect">
            <a:avLst/>
          </a:prstGeom>
        </p:spPr>
      </p:pic>
      <p:pic>
        <p:nvPicPr>
          <p:cNvPr id="14" name="Image 12" descr="Curexo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397500" y="1593855"/>
            <a:ext cx="1052513" cy="266691"/>
          </a:xfrm>
          <a:prstGeom prst="rect">
            <a:avLst/>
          </a:prstGeom>
        </p:spPr>
      </p:pic>
      <p:pic>
        <p:nvPicPr>
          <p:cNvPr id="15" name="Image 13" descr="CE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538913" y="1644673"/>
            <a:ext cx="232767" cy="165053"/>
          </a:xfrm>
          <a:prstGeom prst="rect">
            <a:avLst/>
          </a:prstGeom>
        </p:spPr>
      </p:pic>
      <p:pic>
        <p:nvPicPr>
          <p:cNvPr id="16" name="Image 14" descr="FDA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822480" y="1644650"/>
            <a:ext cx="415925" cy="165100"/>
          </a:xfrm>
          <a:prstGeom prst="rect">
            <a:avLst/>
          </a:prstGeom>
        </p:spPr>
      </p:pic>
      <p:pic>
        <p:nvPicPr>
          <p:cNvPr id="17" name="Image 15" descr="Mantiz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0045105" y="1619255"/>
            <a:ext cx="878979" cy="215890"/>
          </a:xfrm>
          <a:prstGeom prst="rect">
            <a:avLst/>
          </a:prstGeom>
        </p:spPr>
      </p:pic>
      <p:pic>
        <p:nvPicPr>
          <p:cNvPr id="18" name="Image 16" descr="ISO 13485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0987584" y="1600206"/>
            <a:ext cx="236141" cy="253988"/>
          </a:xfrm>
          <a:prstGeom prst="rect">
            <a:avLst/>
          </a:prstGeom>
        </p:spPr>
      </p:pic>
      <p:pic>
        <p:nvPicPr>
          <p:cNvPr id="19" name="Image 17" descr="GMP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1274524" y="1600228"/>
            <a:ext cx="308471" cy="253943"/>
          </a:xfrm>
          <a:prstGeom prst="rect">
            <a:avLst/>
          </a:prstGeom>
        </p:spPr>
      </p:pic>
      <p:pic>
        <p:nvPicPr>
          <p:cNvPr id="20" name="Image 18" descr="CUVIS Spine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473700" y="2362208"/>
            <a:ext cx="1168797" cy="266683"/>
          </a:xfrm>
          <a:prstGeom prst="rect">
            <a:avLst/>
          </a:prstGeom>
        </p:spPr>
      </p:pic>
      <p:pic>
        <p:nvPicPr>
          <p:cNvPr id="21" name="Image 19" descr="Robot CUVIS Spine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324600" y="2736891"/>
            <a:ext cx="3476923" cy="3174918"/>
          </a:xfrm>
          <a:prstGeom prst="rect">
            <a:avLst/>
          </a:prstGeom>
        </p:spPr>
      </p:pic>
      <p:pic>
        <p:nvPicPr>
          <p:cNvPr id="22" name="Image 20" descr="25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0012290" y="3717925"/>
            <a:ext cx="223884" cy="166687"/>
          </a:xfrm>
          <a:prstGeom prst="rect">
            <a:avLst/>
          </a:prstGeom>
        </p:spPr>
      </p:pic>
      <p:pic>
        <p:nvPicPr>
          <p:cNvPr id="23" name="Image 21" descr="26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0248944" y="3715048"/>
            <a:ext cx="223848" cy="172343"/>
          </a:xfrm>
          <a:prstGeom prst="rect">
            <a:avLst/>
          </a:prstGeom>
        </p:spPr>
      </p:pic>
      <p:pic>
        <p:nvPicPr>
          <p:cNvPr id="24" name="Image 22" descr="28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0012316" y="4186436"/>
            <a:ext cx="223832" cy="194866"/>
          </a:xfrm>
          <a:prstGeom prst="rect">
            <a:avLst/>
          </a:prstGeom>
        </p:spPr>
      </p:pic>
      <p:pic>
        <p:nvPicPr>
          <p:cNvPr id="25" name="Image 23" descr="29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0248924" y="4189710"/>
            <a:ext cx="223888" cy="188317"/>
          </a:xfrm>
          <a:prstGeom prst="rect">
            <a:avLst/>
          </a:prstGeom>
        </p:spPr>
      </p:pic>
      <p:pic>
        <p:nvPicPr>
          <p:cNvPr id="26" name="Image 24" descr="31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0098603" y="4696619"/>
            <a:ext cx="300595" cy="330101"/>
          </a:xfrm>
          <a:prstGeom prst="rect">
            <a:avLst/>
          </a:prstGeom>
        </p:spPr>
      </p:pic>
      <p:pic>
        <p:nvPicPr>
          <p:cNvPr id="27" name="Image 25" descr="33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10023705" y="5217319"/>
            <a:ext cx="450291" cy="330101"/>
          </a:xfrm>
          <a:prstGeom prst="rect">
            <a:avLst/>
          </a:prstGeom>
        </p:spPr>
      </p:pic>
      <p:sp>
        <p:nvSpPr>
          <p:cNvPr id="28" name="Text 0"/>
          <p:cNvSpPr txBox="1"/>
          <p:nvPr/>
        </p:nvSpPr>
        <p:spPr>
          <a:xfrm>
            <a:off x="1473200" y="355918"/>
            <a:ext cx="7491799" cy="3867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spc="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DỊCH VỤ Y KHOA </a:t>
            </a:r>
            <a:pPr algn="l" indent="0" marL="0">
              <a:buNone/>
            </a:pPr>
            <a:r>
              <a:rPr lang="en-US" sz="2500" b="1" spc="50" kern="0" dirty="0">
                <a:solidFill>
                  <a:srgbClr val="8ED1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THĂNG LONG QUỐC TẾ</a:t>
            </a:r>
            <a:endParaRPr lang="en-US" sz="2500" dirty="0"/>
          </a:p>
        </p:txBody>
      </p:sp>
      <p:sp>
        <p:nvSpPr>
          <p:cNvPr id="29" name="Text 1"/>
          <p:cNvSpPr txBox="1"/>
          <p:nvPr/>
        </p:nvSpPr>
        <p:spPr>
          <a:xfrm>
            <a:off x="1473200" y="772350"/>
            <a:ext cx="7491799" cy="287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spc="25" kern="0" dirty="0">
                <a:solidFill>
                  <a:srgbClr val="C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Kết nối công nghệ, Kiến tạo giá trị</a:t>
            </a:r>
            <a:endParaRPr lang="en-US" sz="1700" dirty="0"/>
          </a:p>
        </p:txBody>
      </p:sp>
      <p:sp>
        <p:nvSpPr>
          <p:cNvPr id="30" name="Text 2"/>
          <p:cNvSpPr txBox="1"/>
          <p:nvPr/>
        </p:nvSpPr>
        <p:spPr>
          <a:xfrm>
            <a:off x="8369201" y="1039114"/>
            <a:ext cx="506956" cy="125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A31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Facebook</a:t>
            </a:r>
            <a:endParaRPr lang="en-US" sz="750" dirty="0"/>
          </a:p>
        </p:txBody>
      </p:sp>
      <p:sp>
        <p:nvSpPr>
          <p:cNvPr id="31" name="Text 3"/>
          <p:cNvSpPr txBox="1"/>
          <p:nvPr/>
        </p:nvSpPr>
        <p:spPr>
          <a:xfrm>
            <a:off x="9433421" y="1039114"/>
            <a:ext cx="223278" cy="125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A31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Zalo</a:t>
            </a:r>
            <a:endParaRPr lang="en-US" sz="750" dirty="0"/>
          </a:p>
        </p:txBody>
      </p:sp>
      <p:sp>
        <p:nvSpPr>
          <p:cNvPr id="32" name="Text 4"/>
          <p:cNvSpPr txBox="1"/>
          <p:nvPr/>
        </p:nvSpPr>
        <p:spPr>
          <a:xfrm>
            <a:off x="10322024" y="1039114"/>
            <a:ext cx="340007" cy="125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A31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TikTok</a:t>
            </a:r>
            <a:endParaRPr lang="en-US" sz="750" dirty="0"/>
          </a:p>
        </p:txBody>
      </p:sp>
      <p:sp>
        <p:nvSpPr>
          <p:cNvPr id="33" name="Text 5"/>
          <p:cNvSpPr txBox="1"/>
          <p:nvPr/>
        </p:nvSpPr>
        <p:spPr>
          <a:xfrm>
            <a:off x="11183243" y="1039114"/>
            <a:ext cx="519059" cy="125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0A31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Instagram</a:t>
            </a:r>
            <a:endParaRPr lang="en-US" sz="750" dirty="0"/>
          </a:p>
        </p:txBody>
      </p:sp>
      <p:sp>
        <p:nvSpPr>
          <p:cNvPr id="34" name="Text 6"/>
          <p:cNvSpPr txBox="1"/>
          <p:nvPr/>
        </p:nvSpPr>
        <p:spPr>
          <a:xfrm>
            <a:off x="236601" y="2153158"/>
            <a:ext cx="4936998" cy="176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75" kern="0" dirty="0">
                <a:solidFill>
                  <a:srgbClr val="C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LIỆU XƯƠNG SINH HỌC COLLAGEN KHOÁNG HÓA</a:t>
            </a:r>
            <a:endParaRPr lang="en-US" sz="1050" dirty="0"/>
          </a:p>
        </p:txBody>
      </p:sp>
      <p:sp>
        <p:nvSpPr>
          <p:cNvPr id="35" name="Text 7"/>
          <p:cNvSpPr txBox="1"/>
          <p:nvPr/>
        </p:nvSpPr>
        <p:spPr>
          <a:xfrm>
            <a:off x="1416943" y="2374646"/>
            <a:ext cx="3269879" cy="2799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Đạt chứng nhận </a:t>
            </a:r>
            <a:pPr algn="l" indent="0" marL="0">
              <a:buNone/>
            </a:pPr>
            <a:r>
              <a:rPr lang="en-US" sz="1650" b="1" dirty="0">
                <a:solidFill>
                  <a:srgbClr val="8ED1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FDA Hoa Kỳ</a:t>
            </a:r>
            <a:endParaRPr lang="en-US" sz="1650" dirty="0"/>
          </a:p>
        </p:txBody>
      </p:sp>
      <p:sp>
        <p:nvSpPr>
          <p:cNvPr id="36" name="Text 8"/>
          <p:cNvSpPr txBox="1"/>
          <p:nvPr/>
        </p:nvSpPr>
        <p:spPr>
          <a:xfrm>
            <a:off x="1067098" y="2679446"/>
            <a:ext cx="4067526" cy="2799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Tương đồng cao với </a:t>
            </a:r>
            <a:pPr algn="l" indent="0" marL="0">
              <a:buNone/>
            </a:pPr>
            <a:r>
              <a:rPr lang="en-US" sz="1650" b="1" dirty="0">
                <a:solidFill>
                  <a:srgbClr val="8ED1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xương tự thân</a:t>
            </a:r>
            <a:endParaRPr lang="en-US" sz="1650" dirty="0"/>
          </a:p>
        </p:txBody>
      </p:sp>
      <p:sp>
        <p:nvSpPr>
          <p:cNvPr id="37" name="Text 9"/>
          <p:cNvSpPr txBox="1"/>
          <p:nvPr/>
        </p:nvSpPr>
        <p:spPr>
          <a:xfrm>
            <a:off x="715877" y="3732339"/>
            <a:ext cx="1108246" cy="412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Chấn thương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chỉnh hình</a:t>
            </a:r>
            <a:endParaRPr lang="en-US" sz="1200" dirty="0"/>
          </a:p>
        </p:txBody>
      </p:sp>
      <p:sp>
        <p:nvSpPr>
          <p:cNvPr id="38" name="Text 10"/>
          <p:cNvSpPr txBox="1"/>
          <p:nvPr/>
        </p:nvSpPr>
        <p:spPr>
          <a:xfrm>
            <a:off x="3488690" y="5292789"/>
            <a:ext cx="1303020" cy="206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Ngoại thần kinh</a:t>
            </a:r>
            <a:endParaRPr lang="en-US" sz="1200" dirty="0"/>
          </a:p>
        </p:txBody>
      </p:sp>
      <p:sp>
        <p:nvSpPr>
          <p:cNvPr id="39" name="Text 11"/>
          <p:cNvSpPr txBox="1"/>
          <p:nvPr/>
        </p:nvSpPr>
        <p:spPr>
          <a:xfrm>
            <a:off x="515366" y="6028436"/>
            <a:ext cx="1534668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ED1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 : 55</a:t>
            </a:r>
            <a:endParaRPr lang="en-US" sz="1500" dirty="0"/>
          </a:p>
        </p:txBody>
      </p:sp>
      <p:sp>
        <p:nvSpPr>
          <p:cNvPr id="40" name="Text 12"/>
          <p:cNvSpPr txBox="1"/>
          <p:nvPr/>
        </p:nvSpPr>
        <p:spPr>
          <a:xfrm>
            <a:off x="515366" y="6264656"/>
            <a:ext cx="1534668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C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Collagen I : nano-HA</a:t>
            </a:r>
            <a:endParaRPr lang="en-US" sz="800" dirty="0"/>
          </a:p>
        </p:txBody>
      </p:sp>
      <p:sp>
        <p:nvSpPr>
          <p:cNvPr id="41" name="Text 13"/>
          <p:cNvSpPr txBox="1"/>
          <p:nvPr/>
        </p:nvSpPr>
        <p:spPr>
          <a:xfrm>
            <a:off x="1944561" y="6028436"/>
            <a:ext cx="1527429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ED1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70–80%</a:t>
            </a:r>
            <a:endParaRPr lang="en-US" sz="1500" dirty="0"/>
          </a:p>
        </p:txBody>
      </p:sp>
      <p:sp>
        <p:nvSpPr>
          <p:cNvPr id="42" name="Text 14"/>
          <p:cNvSpPr txBox="1"/>
          <p:nvPr/>
        </p:nvSpPr>
        <p:spPr>
          <a:xfrm>
            <a:off x="1944561" y="6264656"/>
            <a:ext cx="1527429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C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Độ xốp</a:t>
            </a:r>
            <a:endParaRPr lang="en-US" sz="800" dirty="0"/>
          </a:p>
        </p:txBody>
      </p:sp>
      <p:sp>
        <p:nvSpPr>
          <p:cNvPr id="43" name="Text 15"/>
          <p:cNvSpPr txBox="1"/>
          <p:nvPr/>
        </p:nvSpPr>
        <p:spPr>
          <a:xfrm>
            <a:off x="3366961" y="6028436"/>
            <a:ext cx="1527429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8ED1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&gt;200.000</a:t>
            </a:r>
            <a:endParaRPr lang="en-US" sz="1500" dirty="0"/>
          </a:p>
        </p:txBody>
      </p:sp>
      <p:sp>
        <p:nvSpPr>
          <p:cNvPr id="44" name="Text 16"/>
          <p:cNvSpPr txBox="1"/>
          <p:nvPr/>
        </p:nvSpPr>
        <p:spPr>
          <a:xfrm>
            <a:off x="3366961" y="6264656"/>
            <a:ext cx="1527429" cy="1325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C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 lâm sàng</a:t>
            </a:r>
            <a:endParaRPr lang="en-US" sz="800" dirty="0"/>
          </a:p>
        </p:txBody>
      </p:sp>
      <p:sp>
        <p:nvSpPr>
          <p:cNvPr id="45" name="Text 17"/>
          <p:cNvSpPr txBox="1"/>
          <p:nvPr/>
        </p:nvSpPr>
        <p:spPr>
          <a:xfrm>
            <a:off x="5070729" y="2132584"/>
            <a:ext cx="4908042" cy="1988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25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GIẢI PHÁP TÍCH HỢP CHO </a:t>
            </a:r>
            <a:pPr algn="ctr" indent="0" marL="0">
              <a:buNone/>
            </a:pPr>
            <a:r>
              <a:rPr lang="en-US" sz="1150" b="1" spc="25" kern="0" dirty="0">
                <a:solidFill>
                  <a:srgbClr val="8ED1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PHẪU THUẬT CỘT SỐNG</a:t>
            </a:r>
            <a:endParaRPr lang="en-US" sz="1150" dirty="0"/>
          </a:p>
        </p:txBody>
      </p:sp>
      <p:sp>
        <p:nvSpPr>
          <p:cNvPr id="46" name="Text 18"/>
          <p:cNvSpPr txBox="1"/>
          <p:nvPr/>
        </p:nvSpPr>
        <p:spPr>
          <a:xfrm>
            <a:off x="7029450" y="2368296"/>
            <a:ext cx="241300" cy="2799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41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50" dirty="0"/>
          </a:p>
        </p:txBody>
      </p:sp>
      <p:sp>
        <p:nvSpPr>
          <p:cNvPr id="47" name="Text 19"/>
          <p:cNvSpPr txBox="1"/>
          <p:nvPr/>
        </p:nvSpPr>
        <p:spPr>
          <a:xfrm>
            <a:off x="7334250" y="2424240"/>
            <a:ext cx="1458206" cy="1679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Giảm phơi nhiễm tia X</a:t>
            </a:r>
            <a:endParaRPr lang="en-US" sz="950" dirty="0"/>
          </a:p>
        </p:txBody>
      </p:sp>
      <p:sp>
        <p:nvSpPr>
          <p:cNvPr id="48" name="Text 20"/>
          <p:cNvSpPr txBox="1"/>
          <p:nvPr/>
        </p:nvSpPr>
        <p:spPr>
          <a:xfrm>
            <a:off x="8227814" y="2850896"/>
            <a:ext cx="241300" cy="2799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41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50" dirty="0"/>
          </a:p>
        </p:txBody>
      </p:sp>
      <p:sp>
        <p:nvSpPr>
          <p:cNvPr id="49" name="Text 21"/>
          <p:cNvSpPr txBox="1"/>
          <p:nvPr/>
        </p:nvSpPr>
        <p:spPr>
          <a:xfrm>
            <a:off x="8532614" y="2906840"/>
            <a:ext cx="1131320" cy="1679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Độ chính xác cao</a:t>
            </a:r>
            <a:endParaRPr lang="en-US" sz="950" dirty="0"/>
          </a:p>
        </p:txBody>
      </p:sp>
      <p:sp>
        <p:nvSpPr>
          <p:cNvPr id="50" name="Text 22"/>
          <p:cNvSpPr txBox="1"/>
          <p:nvPr/>
        </p:nvSpPr>
        <p:spPr>
          <a:xfrm>
            <a:off x="5441950" y="4623737"/>
            <a:ext cx="241300" cy="2799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41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50" dirty="0"/>
          </a:p>
        </p:txBody>
      </p:sp>
      <p:sp>
        <p:nvSpPr>
          <p:cNvPr id="51" name="Text 23"/>
          <p:cNvSpPr txBox="1"/>
          <p:nvPr/>
        </p:nvSpPr>
        <p:spPr>
          <a:xfrm>
            <a:off x="5746750" y="4511858"/>
            <a:ext cx="710892" cy="5037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Tối ưu hóa</a:t>
            </a:r>
            <a:endParaRPr lang="en-US" sz="950" dirty="0"/>
          </a:p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quy trình</a:t>
            </a:r>
            <a:endParaRPr lang="en-US" sz="950" dirty="0"/>
          </a:p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phẫu thuật</a:t>
            </a:r>
            <a:endParaRPr lang="en-US" sz="950" dirty="0"/>
          </a:p>
        </p:txBody>
      </p:sp>
      <p:sp>
        <p:nvSpPr>
          <p:cNvPr id="52" name="Text 24"/>
          <p:cNvSpPr txBox="1"/>
          <p:nvPr/>
        </p:nvSpPr>
        <p:spPr>
          <a:xfrm>
            <a:off x="9975850" y="3107531"/>
            <a:ext cx="1200249" cy="184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0A31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CÔNG NGHỆ IN 3D</a:t>
            </a:r>
            <a:endParaRPr lang="en-US" sz="750" dirty="0"/>
          </a:p>
        </p:txBody>
      </p:sp>
      <p:sp>
        <p:nvSpPr>
          <p:cNvPr id="53" name="Text 25"/>
          <p:cNvSpPr txBox="1"/>
          <p:nvPr/>
        </p:nvSpPr>
        <p:spPr>
          <a:xfrm>
            <a:off x="9975850" y="3298666"/>
            <a:ext cx="1911096" cy="267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Cấu trúc xốp tối ưu hóa</a:t>
            </a:r>
            <a:endParaRPr lang="en-US" sz="725" dirty="0"/>
          </a:p>
          <a:p>
            <a:pPr algn="l" indent="0" marL="0">
              <a:buNone/>
            </a:pPr>
            <a:r>
              <a:rPr lang="en-US" sz="725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tích hợp xương</a:t>
            </a:r>
            <a:endParaRPr lang="en-US" sz="725" dirty="0"/>
          </a:p>
        </p:txBody>
      </p:sp>
      <p:sp>
        <p:nvSpPr>
          <p:cNvPr id="54" name="Text 26"/>
          <p:cNvSpPr txBox="1"/>
          <p:nvPr/>
        </p:nvSpPr>
        <p:spPr>
          <a:xfrm>
            <a:off x="10585450" y="3666776"/>
            <a:ext cx="1026468" cy="1546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15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PANTHER</a:t>
            </a:r>
            <a:endParaRPr lang="en-US" sz="900" dirty="0"/>
          </a:p>
        </p:txBody>
      </p:sp>
      <p:sp>
        <p:nvSpPr>
          <p:cNvPr id="55" name="Text 27"/>
          <p:cNvSpPr txBox="1"/>
          <p:nvPr/>
        </p:nvSpPr>
        <p:spPr>
          <a:xfrm>
            <a:off x="10585450" y="3815366"/>
            <a:ext cx="1026468" cy="117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5" dirty="0">
                <a:solidFill>
                  <a:srgbClr val="C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Lồng thắt lưng in 3D</a:t>
            </a:r>
            <a:endParaRPr lang="en-US" sz="725" dirty="0"/>
          </a:p>
        </p:txBody>
      </p:sp>
      <p:sp>
        <p:nvSpPr>
          <p:cNvPr id="56" name="Text 28"/>
          <p:cNvSpPr txBox="1"/>
          <p:nvPr/>
        </p:nvSpPr>
        <p:spPr>
          <a:xfrm>
            <a:off x="10585450" y="4149376"/>
            <a:ext cx="693926" cy="1546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15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PETRA</a:t>
            </a:r>
            <a:endParaRPr lang="en-US" sz="900" dirty="0"/>
          </a:p>
        </p:txBody>
      </p:sp>
      <p:sp>
        <p:nvSpPr>
          <p:cNvPr id="57" name="Text 29"/>
          <p:cNvSpPr txBox="1"/>
          <p:nvPr/>
        </p:nvSpPr>
        <p:spPr>
          <a:xfrm>
            <a:off x="10585450" y="4297966"/>
            <a:ext cx="693926" cy="117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5" dirty="0">
                <a:solidFill>
                  <a:srgbClr val="C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Lồng cổ in 3D</a:t>
            </a:r>
            <a:endParaRPr lang="en-US" sz="725" dirty="0"/>
          </a:p>
        </p:txBody>
      </p:sp>
      <p:sp>
        <p:nvSpPr>
          <p:cNvPr id="58" name="Text 30"/>
          <p:cNvSpPr txBox="1"/>
          <p:nvPr/>
        </p:nvSpPr>
        <p:spPr>
          <a:xfrm>
            <a:off x="10591800" y="4727226"/>
            <a:ext cx="758059" cy="1546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15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QUATTRO</a:t>
            </a:r>
            <a:endParaRPr lang="en-US" sz="900" dirty="0"/>
          </a:p>
        </p:txBody>
      </p:sp>
      <p:sp>
        <p:nvSpPr>
          <p:cNvPr id="59" name="Text 31"/>
          <p:cNvSpPr txBox="1"/>
          <p:nvPr/>
        </p:nvSpPr>
        <p:spPr>
          <a:xfrm>
            <a:off x="10591800" y="4875816"/>
            <a:ext cx="758059" cy="117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5" dirty="0">
                <a:solidFill>
                  <a:srgbClr val="C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Vít cuống sống</a:t>
            </a:r>
            <a:endParaRPr lang="en-US" sz="725" dirty="0"/>
          </a:p>
        </p:txBody>
      </p:sp>
      <p:sp>
        <p:nvSpPr>
          <p:cNvPr id="60" name="Text 32"/>
          <p:cNvSpPr txBox="1"/>
          <p:nvPr/>
        </p:nvSpPr>
        <p:spPr>
          <a:xfrm>
            <a:off x="10591800" y="5178076"/>
            <a:ext cx="1258568" cy="15468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15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QUATTRO GADGET</a:t>
            </a:r>
            <a:endParaRPr lang="en-US" sz="900" dirty="0"/>
          </a:p>
        </p:txBody>
      </p:sp>
      <p:sp>
        <p:nvSpPr>
          <p:cNvPr id="61" name="Text 33"/>
          <p:cNvSpPr txBox="1"/>
          <p:nvPr/>
        </p:nvSpPr>
        <p:spPr>
          <a:xfrm>
            <a:off x="10591800" y="5326666"/>
            <a:ext cx="1258568" cy="117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5" dirty="0">
                <a:solidFill>
                  <a:srgbClr val="C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Vít qua da</a:t>
            </a:r>
            <a:endParaRPr lang="en-US" sz="725" dirty="0"/>
          </a:p>
        </p:txBody>
      </p:sp>
      <p:sp>
        <p:nvSpPr>
          <p:cNvPr id="62" name="Text 34"/>
          <p:cNvSpPr txBox="1"/>
          <p:nvPr/>
        </p:nvSpPr>
        <p:spPr>
          <a:xfrm>
            <a:off x="10591800" y="5453666"/>
            <a:ext cx="484221" cy="117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5" dirty="0">
                <a:solidFill>
                  <a:srgbClr val="C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Ít xâm lấn</a:t>
            </a:r>
            <a:endParaRPr lang="en-US" sz="725" dirty="0"/>
          </a:p>
        </p:txBody>
      </p:sp>
      <p:sp>
        <p:nvSpPr>
          <p:cNvPr id="63" name="Text 35"/>
          <p:cNvSpPr txBox="1"/>
          <p:nvPr/>
        </p:nvSpPr>
        <p:spPr>
          <a:xfrm>
            <a:off x="11054655" y="5438934"/>
            <a:ext cx="284361" cy="14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5" spc="50" kern="0" dirty="0">
                <a:solidFill>
                  <a:srgbClr val="CF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</a:t>
            </a:r>
            <a:endParaRPr lang="en-US" sz="725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Backdrop VOA - Thăng Long Quốc Tế</dc:title>
  <dc:subject>PptxGenJS Presentation</dc:subject>
  <dc:creator>PptxGenJS</dc:creator>
  <cp:lastModifiedBy>PptxGenJS</cp:lastModifiedBy>
  <cp:revision>1</cp:revision>
  <dcterms:created xsi:type="dcterms:W3CDTF">2026-09-28T20:23:28Z</dcterms:created>
  <dcterms:modified xsi:type="dcterms:W3CDTF">2026-09-28T20:23:28Z</dcterms:modified>
</cp:coreProperties>
</file>