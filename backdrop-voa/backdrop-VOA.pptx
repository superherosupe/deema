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096305"/>
  <p:notesSz cx="6096305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image" Target="../media/image-1-29.png"/><Relationship Id="rId30" Type="http://schemas.openxmlformats.org/officeDocument/2006/relationships/image" Target="../media/image-1-30.png"/><Relationship Id="rId31" Type="http://schemas.openxmlformats.org/officeDocument/2006/relationships/image" Target="../media/image-1-31.png"/><Relationship Id="rId32" Type="http://schemas.openxmlformats.org/officeDocument/2006/relationships/image" Target="../media/image-1-32.png"/><Relationship Id="rId33" Type="http://schemas.openxmlformats.org/officeDocument/2006/relationships/image" Target="../media/image-1-33.png"/><Relationship Id="rId34" Type="http://schemas.openxmlformats.org/officeDocument/2006/relationships/image" Target="../media/image-1-34.png"/><Relationship Id="rId35" Type="http://schemas.openxmlformats.org/officeDocument/2006/relationships/image" Target="../media/image-1-35.png"/><Relationship Id="rId36" Type="http://schemas.openxmlformats.org/officeDocument/2006/relationships/slideLayout" Target="../slideLayouts/slideLayout1.xml"/><Relationship Id="rId3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Thăng Long Quốc Tế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550" y="263823"/>
            <a:ext cx="660300" cy="653355"/>
          </a:xfrm>
          <a:prstGeom prst="rect">
            <a:avLst/>
          </a:prstGeom>
        </p:spPr>
      </p:pic>
      <p:pic>
        <p:nvPicPr>
          <p:cNvPr id="3" name="Image 1" descr="QR Face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9900" y="425450"/>
            <a:ext cx="495300" cy="495300"/>
          </a:xfrm>
          <a:prstGeom prst="rect">
            <a:avLst/>
          </a:prstGeom>
        </p:spPr>
      </p:pic>
      <p:pic>
        <p:nvPicPr>
          <p:cNvPr id="4" name="Image 2" descr="QR Zal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7600" y="425450"/>
            <a:ext cx="495300" cy="495300"/>
          </a:xfrm>
          <a:prstGeom prst="rect">
            <a:avLst/>
          </a:prstGeom>
        </p:spPr>
      </p:pic>
      <p:pic>
        <p:nvPicPr>
          <p:cNvPr id="5" name="Image 3" descr="QR TikT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5300" y="425450"/>
            <a:ext cx="495300" cy="495300"/>
          </a:xfrm>
          <a:prstGeom prst="rect">
            <a:avLst/>
          </a:prstGeom>
        </p:spPr>
      </p:pic>
      <p:pic>
        <p:nvPicPr>
          <p:cNvPr id="6" name="Image 4" descr="QR Instagra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03000" y="425450"/>
            <a:ext cx="495300" cy="495300"/>
          </a:xfrm>
          <a:prstGeom prst="rect">
            <a:avLst/>
          </a:prstGeom>
        </p:spPr>
      </p:pic>
      <p:pic>
        <p:nvPicPr>
          <p:cNvPr id="7" name="Image 5" descr="Allgen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750" y="1244608"/>
            <a:ext cx="1082576" cy="457183"/>
          </a:xfrm>
          <a:prstGeom prst="rect">
            <a:avLst/>
          </a:prstGeom>
        </p:spPr>
      </p:pic>
      <p:pic>
        <p:nvPicPr>
          <p:cNvPr id="8" name="Image 6" descr="FD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62152" y="1371608"/>
            <a:ext cx="511870" cy="203185"/>
          </a:xfrm>
          <a:prstGeom prst="rect">
            <a:avLst/>
          </a:prstGeom>
        </p:spPr>
      </p:pic>
      <p:pic>
        <p:nvPicPr>
          <p:cNvPr id="9" name="Image 7" descr="IS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50222" y="1371603"/>
            <a:ext cx="491728" cy="203193"/>
          </a:xfrm>
          <a:prstGeom prst="rect">
            <a:avLst/>
          </a:prstGeom>
        </p:spPr>
      </p:pic>
      <p:pic>
        <p:nvPicPr>
          <p:cNvPr id="10" name="Image 8" descr="BonGold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6600" y="2630488"/>
            <a:ext cx="1168400" cy="292100"/>
          </a:xfrm>
          <a:prstGeom prst="rect">
            <a:avLst/>
          </a:prstGeom>
        </p:spPr>
      </p:pic>
      <p:pic>
        <p:nvPicPr>
          <p:cNvPr id="11" name="Image 9" descr="QR bongold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3950" y="3513138"/>
            <a:ext cx="393700" cy="393700"/>
          </a:xfrm>
          <a:prstGeom prst="rect">
            <a:avLst/>
          </a:prstGeom>
        </p:spPr>
      </p:pic>
      <p:pic>
        <p:nvPicPr>
          <p:cNvPr id="12" name="Image 10" descr="sh_40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83063" y="2477668"/>
            <a:ext cx="3666474" cy="1562841"/>
          </a:xfrm>
          <a:prstGeom prst="rect">
            <a:avLst/>
          </a:prstGeom>
        </p:spPr>
      </p:pic>
      <p:pic>
        <p:nvPicPr>
          <p:cNvPr id="13" name="Image 11" descr="Skulhea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61420" y="4078297"/>
            <a:ext cx="1198959" cy="292080"/>
          </a:xfrm>
          <a:prstGeom prst="rect">
            <a:avLst/>
          </a:prstGeom>
        </p:spPr>
      </p:pic>
      <p:pic>
        <p:nvPicPr>
          <p:cNvPr id="14" name="Image 12" descr="QR skulhe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64050" y="4776788"/>
            <a:ext cx="393700" cy="393700"/>
          </a:xfrm>
          <a:prstGeom prst="rect">
            <a:avLst/>
          </a:prstGeom>
        </p:spPr>
      </p:pic>
      <p:pic>
        <p:nvPicPr>
          <p:cNvPr id="15" name="Image 13" descr="sh_36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78603" y="3827710"/>
            <a:ext cx="3773395" cy="1574206"/>
          </a:xfrm>
          <a:prstGeom prst="rect">
            <a:avLst/>
          </a:prstGeom>
        </p:spPr>
      </p:pic>
      <p:pic>
        <p:nvPicPr>
          <p:cNvPr id="16" name="Image 14" descr="Curexo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969000" y="1333505"/>
            <a:ext cx="1052513" cy="266691"/>
          </a:xfrm>
          <a:prstGeom prst="rect">
            <a:avLst/>
          </a:prstGeom>
        </p:spPr>
      </p:pic>
      <p:pic>
        <p:nvPicPr>
          <p:cNvPr id="17" name="Image 15" descr="CE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10413" y="1384323"/>
            <a:ext cx="232767" cy="165053"/>
          </a:xfrm>
          <a:prstGeom prst="rect">
            <a:avLst/>
          </a:prstGeom>
        </p:spPr>
      </p:pic>
      <p:pic>
        <p:nvPicPr>
          <p:cNvPr id="18" name="Image 16" descr="FDA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93980" y="1384300"/>
            <a:ext cx="415925" cy="165100"/>
          </a:xfrm>
          <a:prstGeom prst="rect">
            <a:avLst/>
          </a:prstGeom>
        </p:spPr>
      </p:pic>
      <p:pic>
        <p:nvPicPr>
          <p:cNvPr id="19" name="Image 17" descr="Mantiz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634538" y="1339860"/>
            <a:ext cx="1034058" cy="253979"/>
          </a:xfrm>
          <a:prstGeom prst="rect">
            <a:avLst/>
          </a:prstGeom>
        </p:spPr>
      </p:pic>
      <p:pic>
        <p:nvPicPr>
          <p:cNvPr id="20" name="Image 18" descr="ISO 13485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732095" y="1320807"/>
            <a:ext cx="271562" cy="292087"/>
          </a:xfrm>
          <a:prstGeom prst="rect">
            <a:avLst/>
          </a:prstGeom>
        </p:spPr>
      </p:pic>
      <p:pic>
        <p:nvPicPr>
          <p:cNvPr id="21" name="Image 19" descr="GMP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054457" y="1320806"/>
            <a:ext cx="354806" cy="292088"/>
          </a:xfrm>
          <a:prstGeom prst="rect">
            <a:avLst/>
          </a:prstGeom>
        </p:spPr>
      </p:pic>
      <p:pic>
        <p:nvPicPr>
          <p:cNvPr id="22" name="Image 20" descr="CUVIS Spine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045200" y="2209809"/>
            <a:ext cx="1001812" cy="228582"/>
          </a:xfrm>
          <a:prstGeom prst="rect">
            <a:avLst/>
          </a:prstGeom>
        </p:spPr>
      </p:pic>
      <p:pic>
        <p:nvPicPr>
          <p:cNvPr id="23" name="Image 21" descr="QR cuvis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969000" y="2508250"/>
            <a:ext cx="406400" cy="406400"/>
          </a:xfrm>
          <a:prstGeom prst="rect">
            <a:avLst/>
          </a:prstGeom>
        </p:spPr>
      </p:pic>
      <p:pic>
        <p:nvPicPr>
          <p:cNvPr id="24" name="Image 22" descr="Robot CUVIS Spine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00801" y="3035307"/>
            <a:ext cx="3289595" cy="3047987"/>
          </a:xfrm>
          <a:prstGeom prst="rect">
            <a:avLst/>
          </a:prstGeom>
        </p:spPr>
      </p:pic>
      <p:pic>
        <p:nvPicPr>
          <p:cNvPr id="25" name="Image 23" descr="25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417868" y="2792313"/>
            <a:ext cx="500808" cy="372864"/>
          </a:xfrm>
          <a:prstGeom prst="rect">
            <a:avLst/>
          </a:prstGeom>
        </p:spPr>
      </p:pic>
      <p:pic>
        <p:nvPicPr>
          <p:cNvPr id="26" name="Image 24" descr="26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937783" y="2785963"/>
            <a:ext cx="500790" cy="385564"/>
          </a:xfrm>
          <a:prstGeom prst="rect">
            <a:avLst/>
          </a:prstGeom>
        </p:spPr>
      </p:pic>
      <p:pic>
        <p:nvPicPr>
          <p:cNvPr id="27" name="Image 25" descr="QR panther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084594" y="3391495"/>
            <a:ext cx="330200" cy="330200"/>
          </a:xfrm>
          <a:prstGeom prst="rect">
            <a:avLst/>
          </a:prstGeom>
        </p:spPr>
      </p:pic>
      <p:pic>
        <p:nvPicPr>
          <p:cNvPr id="28" name="Image 26" descr="28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605335" y="2760762"/>
            <a:ext cx="500773" cy="435967"/>
          </a:xfrm>
          <a:prstGeom prst="rect">
            <a:avLst/>
          </a:prstGeom>
        </p:spPr>
      </p:pic>
      <p:pic>
        <p:nvPicPr>
          <p:cNvPr id="29" name="Image 27" descr="29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125258" y="2768104"/>
            <a:ext cx="500740" cy="421184"/>
          </a:xfrm>
          <a:prstGeom prst="rect">
            <a:avLst/>
          </a:prstGeom>
        </p:spPr>
      </p:pic>
      <p:pic>
        <p:nvPicPr>
          <p:cNvPr id="30" name="Image 28" descr="QR petra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1160522" y="3391495"/>
            <a:ext cx="330200" cy="330200"/>
          </a:xfrm>
          <a:prstGeom prst="rect">
            <a:avLst/>
          </a:prstGeom>
        </p:spPr>
      </p:pic>
      <p:pic>
        <p:nvPicPr>
          <p:cNvPr id="31" name="Image 29" descr="31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639437" y="4247753"/>
            <a:ext cx="520326" cy="571401"/>
          </a:xfrm>
          <a:prstGeom prst="rect">
            <a:avLst/>
          </a:prstGeom>
        </p:spPr>
      </p:pic>
      <p:pic>
        <p:nvPicPr>
          <p:cNvPr id="32" name="Image 30" descr="QR quattro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0027543" y="4946253"/>
            <a:ext cx="330200" cy="330200"/>
          </a:xfrm>
          <a:prstGeom prst="rect">
            <a:avLst/>
          </a:prstGeom>
        </p:spPr>
      </p:pic>
      <p:pic>
        <p:nvPicPr>
          <p:cNvPr id="33" name="Image 31" descr="33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0754476" y="4247753"/>
            <a:ext cx="779449" cy="571401"/>
          </a:xfrm>
          <a:prstGeom prst="rect">
            <a:avLst/>
          </a:prstGeom>
        </p:spPr>
      </p:pic>
      <p:pic>
        <p:nvPicPr>
          <p:cNvPr id="34" name="Image 32" descr="QR gadget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1272143" y="5045273"/>
            <a:ext cx="330200" cy="330200"/>
          </a:xfrm>
          <a:prstGeom prst="rect">
            <a:avLst/>
          </a:prstGeom>
        </p:spPr>
      </p:pic>
      <p:pic>
        <p:nvPicPr>
          <p:cNvPr id="35" name="Image 33" descr="Callout lines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0" y="0"/>
            <a:ext cx="12191695" cy="6096305"/>
          </a:xfrm>
          <a:prstGeom prst="rect">
            <a:avLst/>
          </a:prstGeom>
        </p:spPr>
      </p:pic>
      <p:sp>
        <p:nvSpPr>
          <p:cNvPr id="36" name="Text 0"/>
          <p:cNvSpPr txBox="1"/>
          <p:nvPr/>
        </p:nvSpPr>
        <p:spPr>
          <a:xfrm>
            <a:off x="1358900" y="279273"/>
            <a:ext cx="6911548" cy="3557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DỊCH VỤ Y KHOA </a:t>
            </a:r>
            <a:pPr algn="l" indent="0" marL="0">
              <a:buNone/>
            </a:pPr>
            <a:r>
              <a:rPr lang="en-US" sz="2300" b="1" spc="50" kern="0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THĂNG LONG QUỐC TẾ</a:t>
            </a:r>
            <a:endParaRPr lang="en-US" sz="2300" dirty="0"/>
          </a:p>
        </p:txBody>
      </p:sp>
      <p:sp>
        <p:nvSpPr>
          <p:cNvPr id="37" name="Text 1"/>
          <p:cNvSpPr txBox="1"/>
          <p:nvPr/>
        </p:nvSpPr>
        <p:spPr>
          <a:xfrm>
            <a:off x="1358900" y="644021"/>
            <a:ext cx="6911548" cy="25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spc="25" kern="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nối công nghệ, Kiến tạo giá trị</a:t>
            </a:r>
            <a:endParaRPr lang="en-US" sz="1500" dirty="0"/>
          </a:p>
        </p:txBody>
      </p:sp>
      <p:sp>
        <p:nvSpPr>
          <p:cNvPr id="38" name="Text 2"/>
          <p:cNvSpPr txBox="1"/>
          <p:nvPr/>
        </p:nvSpPr>
        <p:spPr>
          <a:xfrm>
            <a:off x="10360720" y="111252"/>
            <a:ext cx="1682276" cy="228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Hotline </a:t>
            </a:r>
            <a:pPr algn="l" indent="0" marL="0">
              <a:buNone/>
            </a:pPr>
            <a:r>
              <a:rPr lang="en-US" sz="10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0916 899 322</a:t>
            </a:r>
            <a:endParaRPr lang="en-US" sz="1000" dirty="0"/>
          </a:p>
        </p:txBody>
      </p:sp>
      <p:sp>
        <p:nvSpPr>
          <p:cNvPr id="39" name="Text 3"/>
          <p:cNvSpPr txBox="1"/>
          <p:nvPr/>
        </p:nvSpPr>
        <p:spPr>
          <a:xfrm>
            <a:off x="9414867" y="925830"/>
            <a:ext cx="439317" cy="110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</a:t>
            </a:r>
            <a:endParaRPr lang="en-US" sz="650" dirty="0"/>
          </a:p>
        </p:txBody>
      </p:sp>
      <p:sp>
        <p:nvSpPr>
          <p:cNvPr id="40" name="Text 4"/>
          <p:cNvSpPr txBox="1"/>
          <p:nvPr/>
        </p:nvSpPr>
        <p:spPr>
          <a:xfrm>
            <a:off x="10170319" y="925830"/>
            <a:ext cx="193530" cy="110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Zalo</a:t>
            </a:r>
            <a:endParaRPr lang="en-US" sz="650" dirty="0"/>
          </a:p>
        </p:txBody>
      </p:sp>
      <p:sp>
        <p:nvSpPr>
          <p:cNvPr id="41" name="Text 5"/>
          <p:cNvSpPr txBox="1"/>
          <p:nvPr/>
        </p:nvSpPr>
        <p:spPr>
          <a:xfrm>
            <a:off x="10773668" y="925830"/>
            <a:ext cx="294650" cy="110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</a:t>
            </a:r>
            <a:endParaRPr lang="en-US" sz="650" dirty="0"/>
          </a:p>
        </p:txBody>
      </p:sp>
      <p:sp>
        <p:nvSpPr>
          <p:cNvPr id="42" name="Text 6"/>
          <p:cNvSpPr txBox="1"/>
          <p:nvPr/>
        </p:nvSpPr>
        <p:spPr>
          <a:xfrm>
            <a:off x="11353304" y="925830"/>
            <a:ext cx="449836" cy="110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650" dirty="0"/>
          </a:p>
        </p:txBody>
      </p:sp>
      <p:sp>
        <p:nvSpPr>
          <p:cNvPr id="43" name="Text 7"/>
          <p:cNvSpPr txBox="1"/>
          <p:nvPr/>
        </p:nvSpPr>
        <p:spPr>
          <a:xfrm>
            <a:off x="182118" y="1809242"/>
            <a:ext cx="5617464" cy="191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75" kern="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LIỆU XƯƠNG SINH HỌC COLLAGEN KHOÁNG HÓA</a:t>
            </a:r>
            <a:endParaRPr lang="en-US" sz="1100" dirty="0"/>
          </a:p>
        </p:txBody>
      </p:sp>
      <p:sp>
        <p:nvSpPr>
          <p:cNvPr id="44" name="Text 8"/>
          <p:cNvSpPr txBox="1"/>
          <p:nvPr/>
        </p:nvSpPr>
        <p:spPr>
          <a:xfrm>
            <a:off x="1689993" y="2019046"/>
            <a:ext cx="3269879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Đạt chứng nhận </a:t>
            </a:r>
            <a:pPr algn="l" indent="0" marL="0">
              <a:buNone/>
            </a:pPr>
            <a:r>
              <a:rPr lang="en-US" sz="165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 Hoa Kỳ</a:t>
            </a:r>
            <a:endParaRPr lang="en-US" sz="1650" dirty="0"/>
          </a:p>
        </p:txBody>
      </p:sp>
      <p:sp>
        <p:nvSpPr>
          <p:cNvPr id="45" name="Text 9"/>
          <p:cNvSpPr txBox="1"/>
          <p:nvPr/>
        </p:nvSpPr>
        <p:spPr>
          <a:xfrm>
            <a:off x="1340148" y="2298446"/>
            <a:ext cx="4067526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Tương đồng cao với </a:t>
            </a:r>
            <a:pPr algn="l" indent="0" marL="0">
              <a:buNone/>
            </a:pPr>
            <a:r>
              <a:rPr lang="en-US" sz="165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xương tự thân</a:t>
            </a:r>
            <a:endParaRPr lang="en-US" sz="1650" dirty="0"/>
          </a:p>
        </p:txBody>
      </p:sp>
      <p:sp>
        <p:nvSpPr>
          <p:cNvPr id="46" name="Text 10"/>
          <p:cNvSpPr txBox="1"/>
          <p:nvPr/>
        </p:nvSpPr>
        <p:spPr>
          <a:xfrm>
            <a:off x="743603" y="3013774"/>
            <a:ext cx="1154394" cy="427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Chấn thương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hình</a:t>
            </a:r>
            <a:endParaRPr lang="en-US" sz="1250" dirty="0"/>
          </a:p>
        </p:txBody>
      </p:sp>
      <p:sp>
        <p:nvSpPr>
          <p:cNvPr id="47" name="Text 11"/>
          <p:cNvSpPr txBox="1"/>
          <p:nvPr/>
        </p:nvSpPr>
        <p:spPr>
          <a:xfrm>
            <a:off x="3982244" y="4476306"/>
            <a:ext cx="1357313" cy="213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Ngoại thần kinh</a:t>
            </a:r>
            <a:endParaRPr lang="en-US" sz="1250" dirty="0"/>
          </a:p>
        </p:txBody>
      </p:sp>
      <p:sp>
        <p:nvSpPr>
          <p:cNvPr id="48" name="Text 12"/>
          <p:cNvSpPr txBox="1"/>
          <p:nvPr/>
        </p:nvSpPr>
        <p:spPr>
          <a:xfrm>
            <a:off x="488741" y="5380736"/>
            <a:ext cx="1761452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: 55</a:t>
            </a:r>
            <a:endParaRPr lang="en-US" sz="1500" dirty="0"/>
          </a:p>
        </p:txBody>
      </p:sp>
      <p:sp>
        <p:nvSpPr>
          <p:cNvPr id="49" name="Text 13"/>
          <p:cNvSpPr txBox="1"/>
          <p:nvPr/>
        </p:nvSpPr>
        <p:spPr>
          <a:xfrm>
            <a:off x="488741" y="5616956"/>
            <a:ext cx="1761452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Collagen I : nano-HA</a:t>
            </a:r>
            <a:endParaRPr lang="en-US" sz="800" dirty="0"/>
          </a:p>
        </p:txBody>
      </p:sp>
      <p:sp>
        <p:nvSpPr>
          <p:cNvPr id="50" name="Text 14"/>
          <p:cNvSpPr txBox="1"/>
          <p:nvPr/>
        </p:nvSpPr>
        <p:spPr>
          <a:xfrm>
            <a:off x="2116869" y="5380736"/>
            <a:ext cx="1754213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70–80%</a:t>
            </a:r>
            <a:endParaRPr lang="en-US" sz="1500" dirty="0"/>
          </a:p>
        </p:txBody>
      </p:sp>
      <p:sp>
        <p:nvSpPr>
          <p:cNvPr id="51" name="Text 15"/>
          <p:cNvSpPr txBox="1"/>
          <p:nvPr/>
        </p:nvSpPr>
        <p:spPr>
          <a:xfrm>
            <a:off x="2116869" y="5616956"/>
            <a:ext cx="1754213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xốp</a:t>
            </a:r>
            <a:endParaRPr lang="en-US" sz="800" dirty="0"/>
          </a:p>
        </p:txBody>
      </p:sp>
      <p:sp>
        <p:nvSpPr>
          <p:cNvPr id="52" name="Text 16"/>
          <p:cNvSpPr txBox="1"/>
          <p:nvPr/>
        </p:nvSpPr>
        <p:spPr>
          <a:xfrm>
            <a:off x="3738202" y="5380736"/>
            <a:ext cx="1754213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&gt;200.000</a:t>
            </a:r>
            <a:endParaRPr lang="en-US" sz="1500" dirty="0"/>
          </a:p>
        </p:txBody>
      </p:sp>
      <p:sp>
        <p:nvSpPr>
          <p:cNvPr id="53" name="Text 17"/>
          <p:cNvSpPr txBox="1"/>
          <p:nvPr/>
        </p:nvSpPr>
        <p:spPr>
          <a:xfrm>
            <a:off x="3738202" y="5616956"/>
            <a:ext cx="1754213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lâm sàng</a:t>
            </a:r>
            <a:endParaRPr lang="en-US" sz="800" dirty="0"/>
          </a:p>
        </p:txBody>
      </p:sp>
      <p:sp>
        <p:nvSpPr>
          <p:cNvPr id="54" name="Text 18"/>
          <p:cNvSpPr txBox="1"/>
          <p:nvPr/>
        </p:nvSpPr>
        <p:spPr>
          <a:xfrm>
            <a:off x="5722239" y="1788160"/>
            <a:ext cx="3605022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PHÁP TÍCH HỢP CHO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spc="25" kern="0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PHẪU THUẬT CỘT SỐNG</a:t>
            </a:r>
            <a:endParaRPr lang="en-US" sz="1100" dirty="0"/>
          </a:p>
        </p:txBody>
      </p:sp>
      <p:sp>
        <p:nvSpPr>
          <p:cNvPr id="55" name="Text 19"/>
          <p:cNvSpPr txBox="1"/>
          <p:nvPr/>
        </p:nvSpPr>
        <p:spPr>
          <a:xfrm>
            <a:off x="7593112" y="2790444"/>
            <a:ext cx="203200" cy="235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50" dirty="0"/>
          </a:p>
        </p:txBody>
      </p:sp>
      <p:sp>
        <p:nvSpPr>
          <p:cNvPr id="56" name="Text 20"/>
          <p:cNvSpPr txBox="1"/>
          <p:nvPr/>
        </p:nvSpPr>
        <p:spPr>
          <a:xfrm>
            <a:off x="7859812" y="2833152"/>
            <a:ext cx="1304717" cy="1501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Giảm phơi nhiễm tia X</a:t>
            </a:r>
            <a:endParaRPr lang="en-US" sz="850" dirty="0"/>
          </a:p>
        </p:txBody>
      </p:sp>
      <p:sp>
        <p:nvSpPr>
          <p:cNvPr id="57" name="Text 21"/>
          <p:cNvSpPr txBox="1"/>
          <p:nvPr/>
        </p:nvSpPr>
        <p:spPr>
          <a:xfrm>
            <a:off x="7849691" y="3323844"/>
            <a:ext cx="203200" cy="235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50" dirty="0"/>
          </a:p>
        </p:txBody>
      </p:sp>
      <p:sp>
        <p:nvSpPr>
          <p:cNvPr id="58" name="Text 22"/>
          <p:cNvSpPr txBox="1"/>
          <p:nvPr/>
        </p:nvSpPr>
        <p:spPr>
          <a:xfrm>
            <a:off x="8116391" y="3366552"/>
            <a:ext cx="1012216" cy="1501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chính xác cao</a:t>
            </a:r>
            <a:endParaRPr lang="en-US" sz="850" dirty="0"/>
          </a:p>
        </p:txBody>
      </p:sp>
      <p:sp>
        <p:nvSpPr>
          <p:cNvPr id="59" name="Text 23"/>
          <p:cNvSpPr txBox="1"/>
          <p:nvPr/>
        </p:nvSpPr>
        <p:spPr>
          <a:xfrm>
            <a:off x="6000750" y="3886315"/>
            <a:ext cx="203200" cy="235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50" dirty="0"/>
          </a:p>
        </p:txBody>
      </p:sp>
      <p:sp>
        <p:nvSpPr>
          <p:cNvPr id="60" name="Text 24"/>
          <p:cNvSpPr txBox="1"/>
          <p:nvPr/>
        </p:nvSpPr>
        <p:spPr>
          <a:xfrm>
            <a:off x="6267450" y="3778925"/>
            <a:ext cx="636014" cy="45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Tối ưu hóa</a:t>
            </a:r>
            <a:endParaRPr lang="en-US" sz="850" dirty="0"/>
          </a:p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trình</a:t>
            </a:r>
            <a:endParaRPr lang="en-US" sz="850" dirty="0"/>
          </a:p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phẫu thuật</a:t>
            </a:r>
            <a:endParaRPr lang="en-US" sz="850" dirty="0"/>
          </a:p>
        </p:txBody>
      </p:sp>
      <p:sp>
        <p:nvSpPr>
          <p:cNvPr id="61" name="Text 25"/>
          <p:cNvSpPr txBox="1"/>
          <p:nvPr/>
        </p:nvSpPr>
        <p:spPr>
          <a:xfrm>
            <a:off x="9893201" y="2138450"/>
            <a:ext cx="1257399" cy="191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NGHỆ IN 3D</a:t>
            </a:r>
            <a:endParaRPr lang="en-US" sz="800" dirty="0"/>
          </a:p>
        </p:txBody>
      </p:sp>
      <p:sp>
        <p:nvSpPr>
          <p:cNvPr id="62" name="Text 26"/>
          <p:cNvSpPr txBox="1"/>
          <p:nvPr/>
        </p:nvSpPr>
        <p:spPr>
          <a:xfrm>
            <a:off x="9204452" y="2321203"/>
            <a:ext cx="2634996" cy="303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trúc xốp tối ưu hóa</a:t>
            </a:r>
            <a:endParaRPr lang="en-US" sz="825" dirty="0"/>
          </a:p>
          <a:p>
            <a:pPr algn="ctr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hợp xương</a:t>
            </a:r>
            <a:endParaRPr lang="en-US" sz="825" dirty="0"/>
          </a:p>
        </p:txBody>
      </p:sp>
      <p:sp>
        <p:nvSpPr>
          <p:cNvPr id="63" name="Text 27"/>
          <p:cNvSpPr txBox="1"/>
          <p:nvPr/>
        </p:nvSpPr>
        <p:spPr>
          <a:xfrm>
            <a:off x="9419410" y="3363607"/>
            <a:ext cx="611130" cy="143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PANTHER</a:t>
            </a:r>
            <a:endParaRPr lang="en-US" sz="850" dirty="0"/>
          </a:p>
        </p:txBody>
      </p:sp>
      <p:sp>
        <p:nvSpPr>
          <p:cNvPr id="64" name="Text 28"/>
          <p:cNvSpPr txBox="1"/>
          <p:nvPr/>
        </p:nvSpPr>
        <p:spPr>
          <a:xfrm>
            <a:off x="9380161" y="3498882"/>
            <a:ext cx="689628" cy="2585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thắt lưng</a:t>
            </a:r>
            <a:endParaRPr lang="en-US" sz="675" dirty="0"/>
          </a:p>
          <a:p>
            <a:pPr algn="ctr" indent="0" marL="0">
              <a:buNone/>
            </a:pPr>
            <a:r>
              <a:rPr lang="en-US" sz="67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3D</a:t>
            </a:r>
            <a:endParaRPr lang="en-US" sz="675" dirty="0"/>
          </a:p>
        </p:txBody>
      </p:sp>
      <p:sp>
        <p:nvSpPr>
          <p:cNvPr id="65" name="Text 29"/>
          <p:cNvSpPr txBox="1"/>
          <p:nvPr/>
        </p:nvSpPr>
        <p:spPr>
          <a:xfrm>
            <a:off x="10694853" y="3363607"/>
            <a:ext cx="435245" cy="143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PETRA</a:t>
            </a:r>
            <a:endParaRPr lang="en-US" sz="850" dirty="0"/>
          </a:p>
        </p:txBody>
      </p:sp>
      <p:sp>
        <p:nvSpPr>
          <p:cNvPr id="66" name="Text 30"/>
          <p:cNvSpPr txBox="1"/>
          <p:nvPr/>
        </p:nvSpPr>
        <p:spPr>
          <a:xfrm>
            <a:off x="10722451" y="3498882"/>
            <a:ext cx="380048" cy="2585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cổ</a:t>
            </a:r>
            <a:endParaRPr lang="en-US" sz="675" dirty="0"/>
          </a:p>
          <a:p>
            <a:pPr algn="ctr" indent="0" marL="0">
              <a:buNone/>
            </a:pPr>
            <a:r>
              <a:rPr lang="en-US" sz="67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3D</a:t>
            </a:r>
            <a:endParaRPr lang="en-US" sz="675" dirty="0"/>
          </a:p>
        </p:txBody>
      </p:sp>
      <p:sp>
        <p:nvSpPr>
          <p:cNvPr id="67" name="Text 31"/>
          <p:cNvSpPr txBox="1"/>
          <p:nvPr/>
        </p:nvSpPr>
        <p:spPr>
          <a:xfrm>
            <a:off x="9384049" y="4918365"/>
            <a:ext cx="624703" cy="143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</a:t>
            </a:r>
            <a:endParaRPr lang="en-US" sz="850" dirty="0"/>
          </a:p>
        </p:txBody>
      </p:sp>
      <p:sp>
        <p:nvSpPr>
          <p:cNvPr id="68" name="Text 32"/>
          <p:cNvSpPr txBox="1"/>
          <p:nvPr/>
        </p:nvSpPr>
        <p:spPr>
          <a:xfrm>
            <a:off x="9473752" y="5053640"/>
            <a:ext cx="445199" cy="2585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cuống</a:t>
            </a:r>
            <a:endParaRPr lang="en-US" sz="675" dirty="0"/>
          </a:p>
          <a:p>
            <a:pPr algn="ctr" indent="0" marL="0">
              <a:buNone/>
            </a:pPr>
            <a:r>
              <a:rPr lang="en-US" sz="67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sống</a:t>
            </a:r>
            <a:endParaRPr lang="en-US" sz="675" dirty="0"/>
          </a:p>
        </p:txBody>
      </p:sp>
      <p:sp>
        <p:nvSpPr>
          <p:cNvPr id="69" name="Text 33"/>
          <p:cNvSpPr txBox="1"/>
          <p:nvPr/>
        </p:nvSpPr>
        <p:spPr>
          <a:xfrm>
            <a:off x="10628649" y="4907344"/>
            <a:ext cx="624703" cy="287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GADGET</a:t>
            </a:r>
            <a:endParaRPr lang="en-US" sz="850" dirty="0"/>
          </a:p>
        </p:txBody>
      </p:sp>
      <p:sp>
        <p:nvSpPr>
          <p:cNvPr id="70" name="Text 34"/>
          <p:cNvSpPr txBox="1"/>
          <p:nvPr/>
        </p:nvSpPr>
        <p:spPr>
          <a:xfrm>
            <a:off x="10707486" y="5185585"/>
            <a:ext cx="467029" cy="12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qua da</a:t>
            </a:r>
            <a:endParaRPr lang="en-US" sz="675" dirty="0"/>
          </a:p>
        </p:txBody>
      </p:sp>
      <p:sp>
        <p:nvSpPr>
          <p:cNvPr id="71" name="Text 35"/>
          <p:cNvSpPr txBox="1"/>
          <p:nvPr/>
        </p:nvSpPr>
        <p:spPr>
          <a:xfrm>
            <a:off x="10756801" y="5332059"/>
            <a:ext cx="368399" cy="173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5" spc="100" kern="0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</a:t>
            </a:r>
            <a:endParaRPr lang="en-US" sz="67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Backdrop VOA - Thăng Long Quốc Tế</dc:title>
  <dc:subject>PptxGenJS Presentation</dc:subject>
  <dc:creator>PptxGenJS</dc:creator>
  <cp:lastModifiedBy>PptxGenJS</cp:lastModifiedBy>
  <cp:revision>1</cp:revision>
  <dcterms:created xsi:type="dcterms:W3CDTF">2026-09-28T21:21:07Z</dcterms:created>
  <dcterms:modified xsi:type="dcterms:W3CDTF">2026-09-28T21:21:07Z</dcterms:modified>
</cp:coreProperties>
</file>