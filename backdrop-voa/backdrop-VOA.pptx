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096305"/>
  <p:notesSz cx="609630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8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Thăng Long Quốc T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50" y="263823"/>
            <a:ext cx="660300" cy="653355"/>
          </a:xfrm>
          <a:prstGeom prst="rect">
            <a:avLst/>
          </a:prstGeom>
        </p:spPr>
      </p:pic>
      <p:pic>
        <p:nvPicPr>
          <p:cNvPr id="3" name="Image 1" descr="QR Face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9900" y="425450"/>
            <a:ext cx="495300" cy="495300"/>
          </a:xfrm>
          <a:prstGeom prst="rect">
            <a:avLst/>
          </a:prstGeom>
        </p:spPr>
      </p:pic>
      <p:pic>
        <p:nvPicPr>
          <p:cNvPr id="4" name="Image 2" descr="QR Za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600" y="425450"/>
            <a:ext cx="495300" cy="495300"/>
          </a:xfrm>
          <a:prstGeom prst="rect">
            <a:avLst/>
          </a:prstGeom>
        </p:spPr>
      </p:pic>
      <p:pic>
        <p:nvPicPr>
          <p:cNvPr id="5" name="Image 3" descr="QR TikT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5300" y="425450"/>
            <a:ext cx="495300" cy="495300"/>
          </a:xfrm>
          <a:prstGeom prst="rect">
            <a:avLst/>
          </a:prstGeom>
        </p:spPr>
      </p:pic>
      <p:pic>
        <p:nvPicPr>
          <p:cNvPr id="6" name="Image 4" descr="QR Insta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03000" y="425450"/>
            <a:ext cx="495300" cy="495300"/>
          </a:xfrm>
          <a:prstGeom prst="rect">
            <a:avLst/>
          </a:prstGeom>
        </p:spPr>
      </p:pic>
      <p:pic>
        <p:nvPicPr>
          <p:cNvPr id="7" name="Image 5" descr="Allgen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750" y="1263652"/>
            <a:ext cx="992386" cy="419095"/>
          </a:xfrm>
          <a:prstGeom prst="rect">
            <a:avLst/>
          </a:prstGeom>
        </p:spPr>
      </p:pic>
      <p:pic>
        <p:nvPicPr>
          <p:cNvPr id="8" name="Image 6" descr="FD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0652" y="1371608"/>
            <a:ext cx="511870" cy="203185"/>
          </a:xfrm>
          <a:prstGeom prst="rect">
            <a:avLst/>
          </a:prstGeom>
        </p:spPr>
      </p:pic>
      <p:pic>
        <p:nvPicPr>
          <p:cNvPr id="9" name="Image 7" descr="IS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8722" y="1371603"/>
            <a:ext cx="491728" cy="203193"/>
          </a:xfrm>
          <a:prstGeom prst="rect">
            <a:avLst/>
          </a:prstGeom>
        </p:spPr>
      </p:pic>
      <p:pic>
        <p:nvPicPr>
          <p:cNvPr id="10" name="Image 8" descr="BonGol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300" y="2883396"/>
            <a:ext cx="1016000" cy="254000"/>
          </a:xfrm>
          <a:prstGeom prst="rect">
            <a:avLst/>
          </a:prstGeom>
        </p:spPr>
      </p:pic>
      <p:pic>
        <p:nvPicPr>
          <p:cNvPr id="11" name="Image 9" descr="sh_4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12740" y="2485825"/>
            <a:ext cx="3308621" cy="1455444"/>
          </a:xfrm>
          <a:prstGeom prst="rect">
            <a:avLst/>
          </a:prstGeom>
        </p:spPr>
      </p:pic>
      <p:pic>
        <p:nvPicPr>
          <p:cNvPr id="12" name="Image 10" descr="Skulhe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31605" y="4370295"/>
            <a:ext cx="1042591" cy="253987"/>
          </a:xfrm>
          <a:prstGeom prst="rect">
            <a:avLst/>
          </a:prstGeom>
        </p:spPr>
      </p:pic>
      <p:pic>
        <p:nvPicPr>
          <p:cNvPr id="13" name="Image 11" descr="sh_3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0328" y="3898658"/>
            <a:ext cx="3345544" cy="1438462"/>
          </a:xfrm>
          <a:prstGeom prst="rect">
            <a:avLst/>
          </a:prstGeom>
        </p:spPr>
      </p:pic>
      <p:pic>
        <p:nvPicPr>
          <p:cNvPr id="14" name="Image 12" descr="Curexo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7500" y="1333505"/>
            <a:ext cx="1052513" cy="266691"/>
          </a:xfrm>
          <a:prstGeom prst="rect">
            <a:avLst/>
          </a:prstGeom>
        </p:spPr>
      </p:pic>
      <p:pic>
        <p:nvPicPr>
          <p:cNvPr id="15" name="Image 13" descr="C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38913" y="1384323"/>
            <a:ext cx="232767" cy="165053"/>
          </a:xfrm>
          <a:prstGeom prst="rect">
            <a:avLst/>
          </a:prstGeom>
        </p:spPr>
      </p:pic>
      <p:pic>
        <p:nvPicPr>
          <p:cNvPr id="16" name="Image 14" descr="FD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2480" y="1384300"/>
            <a:ext cx="415925" cy="165100"/>
          </a:xfrm>
          <a:prstGeom prst="rect">
            <a:avLst/>
          </a:prstGeom>
        </p:spPr>
      </p:pic>
      <p:pic>
        <p:nvPicPr>
          <p:cNvPr id="17" name="Image 15" descr="Mantiz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45105" y="1358905"/>
            <a:ext cx="878979" cy="215890"/>
          </a:xfrm>
          <a:prstGeom prst="rect">
            <a:avLst/>
          </a:prstGeom>
        </p:spPr>
      </p:pic>
      <p:pic>
        <p:nvPicPr>
          <p:cNvPr id="18" name="Image 16" descr="ISO 13485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87584" y="1339856"/>
            <a:ext cx="236141" cy="253988"/>
          </a:xfrm>
          <a:prstGeom prst="rect">
            <a:avLst/>
          </a:prstGeom>
        </p:spPr>
      </p:pic>
      <p:pic>
        <p:nvPicPr>
          <p:cNvPr id="19" name="Image 17" descr="GMP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74524" y="1339878"/>
            <a:ext cx="308471" cy="253943"/>
          </a:xfrm>
          <a:prstGeom prst="rect">
            <a:avLst/>
          </a:prstGeom>
        </p:spPr>
      </p:pic>
      <p:pic>
        <p:nvPicPr>
          <p:cNvPr id="20" name="Image 18" descr="CUVIS Spine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3700" y="2032008"/>
            <a:ext cx="1168797" cy="266683"/>
          </a:xfrm>
          <a:prstGeom prst="rect">
            <a:avLst/>
          </a:prstGeom>
        </p:spPr>
      </p:pic>
      <p:pic>
        <p:nvPicPr>
          <p:cNvPr id="21" name="Image 19" descr="Robot CUVIS Spine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934619" y="2372285"/>
            <a:ext cx="4012309" cy="3707280"/>
          </a:xfrm>
          <a:prstGeom prst="rect">
            <a:avLst/>
          </a:prstGeom>
        </p:spPr>
      </p:pic>
      <p:pic>
        <p:nvPicPr>
          <p:cNvPr id="22" name="Image 20" descr="25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999013" y="2779713"/>
            <a:ext cx="354617" cy="264021"/>
          </a:xfrm>
          <a:prstGeom prst="rect">
            <a:avLst/>
          </a:prstGeom>
        </p:spPr>
      </p:pic>
      <p:pic>
        <p:nvPicPr>
          <p:cNvPr id="23" name="Image 21" descr="2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372753" y="2775248"/>
            <a:ext cx="354651" cy="273050"/>
          </a:xfrm>
          <a:prstGeom prst="rect">
            <a:avLst/>
          </a:prstGeom>
        </p:spPr>
      </p:pic>
      <p:pic>
        <p:nvPicPr>
          <p:cNvPr id="24" name="Image 22" descr="2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00688" y="2757388"/>
            <a:ext cx="354667" cy="308769"/>
          </a:xfrm>
          <a:prstGeom prst="rect">
            <a:avLst/>
          </a:prstGeom>
        </p:spPr>
      </p:pic>
      <p:pic>
        <p:nvPicPr>
          <p:cNvPr id="25" name="Image 23" descr="29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274426" y="2762548"/>
            <a:ext cx="354706" cy="298351"/>
          </a:xfrm>
          <a:prstGeom prst="rect">
            <a:avLst/>
          </a:prstGeom>
        </p:spPr>
      </p:pic>
      <p:pic>
        <p:nvPicPr>
          <p:cNvPr id="26" name="Image 24" descr="3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103374" y="4165402"/>
            <a:ext cx="462502" cy="507901"/>
          </a:xfrm>
          <a:prstGeom prst="rect">
            <a:avLst/>
          </a:prstGeom>
        </p:spPr>
      </p:pic>
      <p:pic>
        <p:nvPicPr>
          <p:cNvPr id="27" name="Image 25" descr="3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960121" y="4175026"/>
            <a:ext cx="666707" cy="488752"/>
          </a:xfrm>
          <a:prstGeom prst="rect">
            <a:avLst/>
          </a:prstGeom>
        </p:spPr>
      </p:pic>
      <p:pic>
        <p:nvPicPr>
          <p:cNvPr id="28" name="Image 26" descr="Callout lines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0" y="0"/>
            <a:ext cx="12191695" cy="6096305"/>
          </a:xfrm>
          <a:prstGeom prst="rect">
            <a:avLst/>
          </a:prstGeom>
        </p:spPr>
      </p:pic>
      <p:sp>
        <p:nvSpPr>
          <p:cNvPr id="29" name="Text 0"/>
          <p:cNvSpPr txBox="1"/>
          <p:nvPr/>
        </p:nvSpPr>
        <p:spPr>
          <a:xfrm>
            <a:off x="1358900" y="279273"/>
            <a:ext cx="6911548" cy="35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VỤ Y KHOA </a:t>
            </a:r>
            <a:pPr algn="l" indent="0" marL="0">
              <a:buNone/>
            </a:pPr>
            <a:r>
              <a:rPr lang="en-US" sz="2300" b="1" spc="50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 LONG QUỐC TẾ</a:t>
            </a:r>
            <a:endParaRPr lang="en-US" sz="2300" dirty="0"/>
          </a:p>
        </p:txBody>
      </p:sp>
      <p:sp>
        <p:nvSpPr>
          <p:cNvPr id="30" name="Text 1"/>
          <p:cNvSpPr txBox="1"/>
          <p:nvPr/>
        </p:nvSpPr>
        <p:spPr>
          <a:xfrm>
            <a:off x="1358900" y="644021"/>
            <a:ext cx="6911548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spc="2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 công nghệ, Kiến tạo giá trị</a:t>
            </a:r>
            <a:endParaRPr lang="en-US" sz="1500" dirty="0"/>
          </a:p>
        </p:txBody>
      </p:sp>
      <p:sp>
        <p:nvSpPr>
          <p:cNvPr id="31" name="Text 2"/>
          <p:cNvSpPr txBox="1"/>
          <p:nvPr/>
        </p:nvSpPr>
        <p:spPr>
          <a:xfrm>
            <a:off x="10360720" y="111252"/>
            <a:ext cx="1682276" cy="228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Hotline </a:t>
            </a:r>
            <a:pPr algn="l" indent="0" marL="0">
              <a:buNone/>
            </a:pPr>
            <a:r>
              <a:rPr lang="en-US" sz="10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000" dirty="0"/>
          </a:p>
        </p:txBody>
      </p:sp>
      <p:sp>
        <p:nvSpPr>
          <p:cNvPr id="32" name="Text 3"/>
          <p:cNvSpPr txBox="1"/>
          <p:nvPr/>
        </p:nvSpPr>
        <p:spPr>
          <a:xfrm>
            <a:off x="9414867" y="925830"/>
            <a:ext cx="439317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650" dirty="0"/>
          </a:p>
        </p:txBody>
      </p:sp>
      <p:sp>
        <p:nvSpPr>
          <p:cNvPr id="33" name="Text 4"/>
          <p:cNvSpPr txBox="1"/>
          <p:nvPr/>
        </p:nvSpPr>
        <p:spPr>
          <a:xfrm>
            <a:off x="10170319" y="925830"/>
            <a:ext cx="193530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Zalo</a:t>
            </a:r>
            <a:endParaRPr lang="en-US" sz="650" dirty="0"/>
          </a:p>
        </p:txBody>
      </p:sp>
      <p:sp>
        <p:nvSpPr>
          <p:cNvPr id="34" name="Text 5"/>
          <p:cNvSpPr txBox="1"/>
          <p:nvPr/>
        </p:nvSpPr>
        <p:spPr>
          <a:xfrm>
            <a:off x="10773668" y="925830"/>
            <a:ext cx="294650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650" dirty="0"/>
          </a:p>
        </p:txBody>
      </p:sp>
      <p:sp>
        <p:nvSpPr>
          <p:cNvPr id="35" name="Text 6"/>
          <p:cNvSpPr txBox="1"/>
          <p:nvPr/>
        </p:nvSpPr>
        <p:spPr>
          <a:xfrm>
            <a:off x="11353304" y="925830"/>
            <a:ext cx="449836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650" dirty="0"/>
          </a:p>
        </p:txBody>
      </p:sp>
      <p:sp>
        <p:nvSpPr>
          <p:cNvPr id="36" name="Text 7"/>
          <p:cNvSpPr txBox="1"/>
          <p:nvPr/>
        </p:nvSpPr>
        <p:spPr>
          <a:xfrm>
            <a:off x="222123" y="1810766"/>
            <a:ext cx="4965954" cy="169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LIỆU XƯƠNG SINH HỌC COLLAGEN KHOÁNG HÓA</a:t>
            </a:r>
            <a:endParaRPr lang="en-US" sz="1000" dirty="0"/>
          </a:p>
        </p:txBody>
      </p:sp>
      <p:sp>
        <p:nvSpPr>
          <p:cNvPr id="37" name="Text 8"/>
          <p:cNvSpPr txBox="1"/>
          <p:nvPr/>
        </p:nvSpPr>
        <p:spPr>
          <a:xfrm>
            <a:off x="1534616" y="2002028"/>
            <a:ext cx="2972627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chứng nhận </a:t>
            </a:r>
            <a:pPr algn="l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Hoa Kỳ</a:t>
            </a:r>
            <a:endParaRPr lang="en-US" sz="1500" dirty="0"/>
          </a:p>
        </p:txBody>
      </p:sp>
      <p:sp>
        <p:nvSpPr>
          <p:cNvPr id="38" name="Text 9"/>
          <p:cNvSpPr txBox="1"/>
          <p:nvPr/>
        </p:nvSpPr>
        <p:spPr>
          <a:xfrm>
            <a:off x="1216521" y="2256028"/>
            <a:ext cx="3697885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đồng cao với </a:t>
            </a:r>
            <a:pPr algn="l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tự thân</a:t>
            </a:r>
            <a:endParaRPr lang="en-US" sz="1500" dirty="0"/>
          </a:p>
        </p:txBody>
      </p:sp>
      <p:sp>
        <p:nvSpPr>
          <p:cNvPr id="39" name="Text 10"/>
          <p:cNvSpPr txBox="1"/>
          <p:nvPr/>
        </p:nvSpPr>
        <p:spPr>
          <a:xfrm>
            <a:off x="749333" y="3231630"/>
            <a:ext cx="1015835" cy="383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100" dirty="0"/>
          </a:p>
        </p:txBody>
      </p:sp>
      <p:sp>
        <p:nvSpPr>
          <p:cNvPr id="40" name="Text 11"/>
          <p:cNvSpPr txBox="1"/>
          <p:nvPr/>
        </p:nvSpPr>
        <p:spPr>
          <a:xfrm>
            <a:off x="3555683" y="4731730"/>
            <a:ext cx="1194435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100" dirty="0"/>
          </a:p>
        </p:txBody>
      </p:sp>
      <p:sp>
        <p:nvSpPr>
          <p:cNvPr id="41" name="Text 12"/>
          <p:cNvSpPr txBox="1"/>
          <p:nvPr/>
        </p:nvSpPr>
        <p:spPr>
          <a:xfrm>
            <a:off x="502076" y="5409803"/>
            <a:ext cx="1544282" cy="21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350" dirty="0"/>
          </a:p>
        </p:txBody>
      </p:sp>
      <p:sp>
        <p:nvSpPr>
          <p:cNvPr id="42" name="Text 13"/>
          <p:cNvSpPr txBox="1"/>
          <p:nvPr/>
        </p:nvSpPr>
        <p:spPr>
          <a:xfrm>
            <a:off x="502076" y="5623814"/>
            <a:ext cx="1544282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750" dirty="0"/>
          </a:p>
        </p:txBody>
      </p:sp>
      <p:sp>
        <p:nvSpPr>
          <p:cNvPr id="43" name="Text 14"/>
          <p:cNvSpPr txBox="1"/>
          <p:nvPr/>
        </p:nvSpPr>
        <p:spPr>
          <a:xfrm>
            <a:off x="1939704" y="5409803"/>
            <a:ext cx="1537043" cy="21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350" dirty="0"/>
          </a:p>
        </p:txBody>
      </p:sp>
      <p:sp>
        <p:nvSpPr>
          <p:cNvPr id="44" name="Text 15"/>
          <p:cNvSpPr txBox="1"/>
          <p:nvPr/>
        </p:nvSpPr>
        <p:spPr>
          <a:xfrm>
            <a:off x="1939704" y="5623814"/>
            <a:ext cx="1537043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750" dirty="0"/>
          </a:p>
        </p:txBody>
      </p:sp>
      <p:sp>
        <p:nvSpPr>
          <p:cNvPr id="45" name="Text 16"/>
          <p:cNvSpPr txBox="1"/>
          <p:nvPr/>
        </p:nvSpPr>
        <p:spPr>
          <a:xfrm>
            <a:off x="3370537" y="5409803"/>
            <a:ext cx="1537043" cy="21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350" dirty="0"/>
          </a:p>
        </p:txBody>
      </p:sp>
      <p:sp>
        <p:nvSpPr>
          <p:cNvPr id="46" name="Text 17"/>
          <p:cNvSpPr txBox="1"/>
          <p:nvPr/>
        </p:nvSpPr>
        <p:spPr>
          <a:xfrm>
            <a:off x="3370537" y="5623814"/>
            <a:ext cx="1537043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750" dirty="0"/>
          </a:p>
        </p:txBody>
      </p:sp>
      <p:sp>
        <p:nvSpPr>
          <p:cNvPr id="47" name="Text 18"/>
          <p:cNvSpPr txBox="1"/>
          <p:nvPr/>
        </p:nvSpPr>
        <p:spPr>
          <a:xfrm>
            <a:off x="5069840" y="1802384"/>
            <a:ext cx="4922520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TÍCH HỢP CHO </a:t>
            </a:r>
            <a:pPr algn="ctr" indent="0" marL="0">
              <a:buNone/>
            </a:pPr>
            <a:r>
              <a:rPr lang="en-US" sz="1150" b="1" spc="25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150" dirty="0"/>
          </a:p>
        </p:txBody>
      </p:sp>
      <p:sp>
        <p:nvSpPr>
          <p:cNvPr id="48" name="Text 19"/>
          <p:cNvSpPr txBox="1"/>
          <p:nvPr/>
        </p:nvSpPr>
        <p:spPr>
          <a:xfrm>
            <a:off x="7029450" y="22031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  <p:sp>
        <p:nvSpPr>
          <p:cNvPr id="49" name="Text 20"/>
          <p:cNvSpPr txBox="1"/>
          <p:nvPr/>
        </p:nvSpPr>
        <p:spPr>
          <a:xfrm>
            <a:off x="7334250" y="2259140"/>
            <a:ext cx="1458206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phơi nhiễm tia X</a:t>
            </a:r>
            <a:endParaRPr lang="en-US" sz="950" dirty="0"/>
          </a:p>
        </p:txBody>
      </p:sp>
      <p:sp>
        <p:nvSpPr>
          <p:cNvPr id="50" name="Text 21"/>
          <p:cNvSpPr txBox="1"/>
          <p:nvPr/>
        </p:nvSpPr>
        <p:spPr>
          <a:xfrm>
            <a:off x="8240514" y="27873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51" name="Text 22"/>
          <p:cNvSpPr txBox="1"/>
          <p:nvPr/>
        </p:nvSpPr>
        <p:spPr>
          <a:xfrm>
            <a:off x="8545314" y="2843340"/>
            <a:ext cx="1131320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cao</a:t>
            </a:r>
            <a:endParaRPr lang="en-US" sz="950" dirty="0"/>
          </a:p>
        </p:txBody>
      </p:sp>
      <p:sp>
        <p:nvSpPr>
          <p:cNvPr id="52" name="Text 23"/>
          <p:cNvSpPr txBox="1"/>
          <p:nvPr/>
        </p:nvSpPr>
        <p:spPr>
          <a:xfrm>
            <a:off x="5441950" y="4642787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53" name="Text 24"/>
          <p:cNvSpPr txBox="1"/>
          <p:nvPr/>
        </p:nvSpPr>
        <p:spPr>
          <a:xfrm>
            <a:off x="5746750" y="4530908"/>
            <a:ext cx="710892" cy="503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hóa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</a:t>
            </a:r>
            <a:endParaRPr lang="en-US" sz="950" dirty="0"/>
          </a:p>
        </p:txBody>
      </p:sp>
      <p:sp>
        <p:nvSpPr>
          <p:cNvPr id="54" name="Text 25"/>
          <p:cNvSpPr txBox="1"/>
          <p:nvPr/>
        </p:nvSpPr>
        <p:spPr>
          <a:xfrm>
            <a:off x="10213876" y="2121198"/>
            <a:ext cx="120024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IN 3D</a:t>
            </a:r>
            <a:endParaRPr lang="en-US" sz="750" dirty="0"/>
          </a:p>
        </p:txBody>
      </p:sp>
      <p:sp>
        <p:nvSpPr>
          <p:cNvPr id="55" name="Text 26"/>
          <p:cNvSpPr txBox="1"/>
          <p:nvPr/>
        </p:nvSpPr>
        <p:spPr>
          <a:xfrm>
            <a:off x="9829546" y="2305348"/>
            <a:ext cx="196900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xốp tối ưu hóa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xương</a:t>
            </a:r>
            <a:endParaRPr lang="en-US" sz="750" dirty="0"/>
          </a:p>
        </p:txBody>
      </p:sp>
      <p:sp>
        <p:nvSpPr>
          <p:cNvPr id="56" name="Text 27"/>
          <p:cNvSpPr txBox="1"/>
          <p:nvPr/>
        </p:nvSpPr>
        <p:spPr>
          <a:xfrm>
            <a:off x="10040393" y="3263213"/>
            <a:ext cx="645515" cy="15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900" dirty="0"/>
          </a:p>
        </p:txBody>
      </p:sp>
      <p:sp>
        <p:nvSpPr>
          <p:cNvPr id="57" name="Text 28"/>
          <p:cNvSpPr txBox="1"/>
          <p:nvPr/>
        </p:nvSpPr>
        <p:spPr>
          <a:xfrm>
            <a:off x="9992880" y="3417693"/>
            <a:ext cx="740640" cy="277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</a:t>
            </a:r>
            <a:endParaRPr lang="en-US" sz="725" dirty="0"/>
          </a:p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725" dirty="0"/>
          </a:p>
        </p:txBody>
      </p:sp>
      <p:sp>
        <p:nvSpPr>
          <p:cNvPr id="58" name="Text 29"/>
          <p:cNvSpPr txBox="1"/>
          <p:nvPr/>
        </p:nvSpPr>
        <p:spPr>
          <a:xfrm>
            <a:off x="11034956" y="3263213"/>
            <a:ext cx="459790" cy="15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900" dirty="0"/>
          </a:p>
        </p:txBody>
      </p:sp>
      <p:sp>
        <p:nvSpPr>
          <p:cNvPr id="59" name="Text 30"/>
          <p:cNvSpPr txBox="1"/>
          <p:nvPr/>
        </p:nvSpPr>
        <p:spPr>
          <a:xfrm>
            <a:off x="11060745" y="3417693"/>
            <a:ext cx="408212" cy="277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</a:t>
            </a:r>
            <a:endParaRPr lang="en-US" sz="725" dirty="0"/>
          </a:p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725" dirty="0"/>
          </a:p>
        </p:txBody>
      </p:sp>
      <p:sp>
        <p:nvSpPr>
          <p:cNvPr id="60" name="Text 31"/>
          <p:cNvSpPr txBox="1"/>
          <p:nvPr/>
        </p:nvSpPr>
        <p:spPr>
          <a:xfrm>
            <a:off x="10004685" y="4770842"/>
            <a:ext cx="659880" cy="15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900" dirty="0"/>
          </a:p>
        </p:txBody>
      </p:sp>
      <p:sp>
        <p:nvSpPr>
          <p:cNvPr id="61" name="Text 32"/>
          <p:cNvSpPr txBox="1"/>
          <p:nvPr/>
        </p:nvSpPr>
        <p:spPr>
          <a:xfrm>
            <a:off x="9955595" y="4934895"/>
            <a:ext cx="758059" cy="138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725" dirty="0"/>
          </a:p>
        </p:txBody>
      </p:sp>
      <p:sp>
        <p:nvSpPr>
          <p:cNvPr id="62" name="Text 33"/>
          <p:cNvSpPr txBox="1"/>
          <p:nvPr/>
        </p:nvSpPr>
        <p:spPr>
          <a:xfrm>
            <a:off x="10963535" y="4760333"/>
            <a:ext cx="659880" cy="304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GADGET</a:t>
            </a:r>
            <a:endParaRPr lang="en-US" sz="900" dirty="0"/>
          </a:p>
        </p:txBody>
      </p:sp>
      <p:sp>
        <p:nvSpPr>
          <p:cNvPr id="63" name="Text 34"/>
          <p:cNvSpPr txBox="1"/>
          <p:nvPr/>
        </p:nvSpPr>
        <p:spPr>
          <a:xfrm>
            <a:off x="11042605" y="5056688"/>
            <a:ext cx="501640" cy="277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</a:t>
            </a:r>
            <a:endParaRPr lang="en-US" sz="725" dirty="0"/>
          </a:p>
          <a:p>
            <a:pPr algn="ctr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ít xâm lấn</a:t>
            </a:r>
            <a:endParaRPr lang="en-US" sz="725" dirty="0"/>
          </a:p>
        </p:txBody>
      </p:sp>
      <p:sp>
        <p:nvSpPr>
          <p:cNvPr id="64" name="Text 35"/>
          <p:cNvSpPr txBox="1"/>
          <p:nvPr/>
        </p:nvSpPr>
        <p:spPr>
          <a:xfrm>
            <a:off x="11112103" y="5354320"/>
            <a:ext cx="362744" cy="168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VOA - Thăng Long Quốc Tế</dc:title>
  <dc:subject>PptxGenJS Presentation</dc:subject>
  <dc:creator>PptxGenJS</dc:creator>
  <cp:lastModifiedBy>PptxGenJS</cp:lastModifiedBy>
  <cp:revision>1</cp:revision>
  <dcterms:created xsi:type="dcterms:W3CDTF">2026-09-28T20:44:33Z</dcterms:created>
  <dcterms:modified xsi:type="dcterms:W3CDTF">2026-09-28T20:44:33Z</dcterms:modified>
</cp:coreProperties>
</file>