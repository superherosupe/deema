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8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Thăng Long Quốc T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29" y="340519"/>
            <a:ext cx="749242" cy="741363"/>
          </a:xfrm>
          <a:prstGeom prst="rect">
            <a:avLst/>
          </a:prstGeom>
        </p:spPr>
      </p:pic>
      <p:pic>
        <p:nvPicPr>
          <p:cNvPr id="3" name="Image 1" descr="QR Face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279400"/>
            <a:ext cx="749300" cy="749300"/>
          </a:xfrm>
          <a:prstGeom prst="rect">
            <a:avLst/>
          </a:prstGeom>
        </p:spPr>
      </p:pic>
      <p:pic>
        <p:nvPicPr>
          <p:cNvPr id="4" name="Image 2" descr="QR Zal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6700" y="279400"/>
            <a:ext cx="749300" cy="749300"/>
          </a:xfrm>
          <a:prstGeom prst="rect">
            <a:avLst/>
          </a:prstGeom>
        </p:spPr>
      </p:pic>
      <p:pic>
        <p:nvPicPr>
          <p:cNvPr id="5" name="Image 3" descr="QR TikT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6500" y="279400"/>
            <a:ext cx="749300" cy="749300"/>
          </a:xfrm>
          <a:prstGeom prst="rect">
            <a:avLst/>
          </a:prstGeom>
        </p:spPr>
      </p:pic>
      <p:pic>
        <p:nvPicPr>
          <p:cNvPr id="6" name="Image 4" descr="QR Instagra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6300" y="279400"/>
            <a:ext cx="749300" cy="749300"/>
          </a:xfrm>
          <a:prstGeom prst="rect">
            <a:avLst/>
          </a:prstGeom>
        </p:spPr>
      </p:pic>
      <p:pic>
        <p:nvPicPr>
          <p:cNvPr id="7" name="Image 5" descr="Allgen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750" y="1492262"/>
            <a:ext cx="1142702" cy="482575"/>
          </a:xfrm>
          <a:prstGeom prst="rect">
            <a:avLst/>
          </a:prstGeom>
        </p:spPr>
      </p:pic>
      <p:pic>
        <p:nvPicPr>
          <p:cNvPr id="8" name="Image 6" descr="FD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0652" y="1631958"/>
            <a:ext cx="511870" cy="203185"/>
          </a:xfrm>
          <a:prstGeom prst="rect">
            <a:avLst/>
          </a:prstGeom>
        </p:spPr>
      </p:pic>
      <p:pic>
        <p:nvPicPr>
          <p:cNvPr id="9" name="Image 7" descr="IS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78722" y="1631953"/>
            <a:ext cx="491728" cy="203193"/>
          </a:xfrm>
          <a:prstGeom prst="rect">
            <a:avLst/>
          </a:prstGeom>
        </p:spPr>
      </p:pic>
      <p:pic>
        <p:nvPicPr>
          <p:cNvPr id="10" name="Image 8" descr="BonGol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200" y="3360738"/>
            <a:ext cx="1117600" cy="279400"/>
          </a:xfrm>
          <a:prstGeom prst="rect">
            <a:avLst/>
          </a:prstGeom>
        </p:spPr>
      </p:pic>
      <p:pic>
        <p:nvPicPr>
          <p:cNvPr id="11" name="Image 9" descr="4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63879" y="3244155"/>
            <a:ext cx="2806443" cy="944265"/>
          </a:xfrm>
          <a:prstGeom prst="rect">
            <a:avLst/>
          </a:prstGeom>
        </p:spPr>
      </p:pic>
      <p:pic>
        <p:nvPicPr>
          <p:cNvPr id="12" name="Image 10" descr="Skulhe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66716" y="4906967"/>
            <a:ext cx="1146870" cy="279391"/>
          </a:xfrm>
          <a:prstGeom prst="rect">
            <a:avLst/>
          </a:prstGeom>
        </p:spPr>
      </p:pic>
      <p:pic>
        <p:nvPicPr>
          <p:cNvPr id="13" name="Image 11" descr="3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809" y="4715272"/>
            <a:ext cx="2806582" cy="916682"/>
          </a:xfrm>
          <a:prstGeom prst="rect">
            <a:avLst/>
          </a:prstGeom>
        </p:spPr>
      </p:pic>
      <p:pic>
        <p:nvPicPr>
          <p:cNvPr id="14" name="Image 12" descr="Curexo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97500" y="1593855"/>
            <a:ext cx="1052513" cy="266691"/>
          </a:xfrm>
          <a:prstGeom prst="rect">
            <a:avLst/>
          </a:prstGeom>
        </p:spPr>
      </p:pic>
      <p:pic>
        <p:nvPicPr>
          <p:cNvPr id="15" name="Image 13" descr="C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38913" y="1644673"/>
            <a:ext cx="232767" cy="165053"/>
          </a:xfrm>
          <a:prstGeom prst="rect">
            <a:avLst/>
          </a:prstGeom>
        </p:spPr>
      </p:pic>
      <p:pic>
        <p:nvPicPr>
          <p:cNvPr id="16" name="Image 14" descr="FD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2480" y="1644650"/>
            <a:ext cx="415925" cy="165100"/>
          </a:xfrm>
          <a:prstGeom prst="rect">
            <a:avLst/>
          </a:prstGeom>
        </p:spPr>
      </p:pic>
      <p:pic>
        <p:nvPicPr>
          <p:cNvPr id="17" name="Image 15" descr="Mantiz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79397" y="1593850"/>
            <a:ext cx="1085850" cy="266700"/>
          </a:xfrm>
          <a:prstGeom prst="rect">
            <a:avLst/>
          </a:prstGeom>
        </p:spPr>
      </p:pic>
      <p:pic>
        <p:nvPicPr>
          <p:cNvPr id="18" name="Image 16" descr="ISO 13485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954147" y="1574807"/>
            <a:ext cx="283369" cy="304786"/>
          </a:xfrm>
          <a:prstGeom prst="rect">
            <a:avLst/>
          </a:prstGeom>
        </p:spPr>
      </p:pic>
      <p:pic>
        <p:nvPicPr>
          <p:cNvPr id="19" name="Image 17" descr="GMP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88316" y="1574826"/>
            <a:ext cx="370185" cy="304748"/>
          </a:xfrm>
          <a:prstGeom prst="rect">
            <a:avLst/>
          </a:prstGeom>
        </p:spPr>
      </p:pic>
      <p:pic>
        <p:nvPicPr>
          <p:cNvPr id="20" name="Image 18" descr="CUVIS Spine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3700" y="2451108"/>
            <a:ext cx="1168797" cy="266683"/>
          </a:xfrm>
          <a:prstGeom prst="rect">
            <a:avLst/>
          </a:prstGeom>
        </p:spPr>
      </p:pic>
      <p:pic>
        <p:nvPicPr>
          <p:cNvPr id="21" name="Image 19" descr="Robot CUVIS Spine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24600" y="2800389"/>
            <a:ext cx="3789859" cy="3460673"/>
          </a:xfrm>
          <a:prstGeom prst="rect">
            <a:avLst/>
          </a:prstGeom>
        </p:spPr>
      </p:pic>
      <p:pic>
        <p:nvPicPr>
          <p:cNvPr id="22" name="Image 20" descr="25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60075" y="3737868"/>
            <a:ext cx="236411" cy="176014"/>
          </a:xfrm>
          <a:prstGeom prst="rect">
            <a:avLst/>
          </a:prstGeom>
        </p:spPr>
      </p:pic>
      <p:pic>
        <p:nvPicPr>
          <p:cNvPr id="23" name="Image 21" descr="26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109245" y="3734891"/>
            <a:ext cx="236348" cy="181967"/>
          </a:xfrm>
          <a:prstGeom prst="rect">
            <a:avLst/>
          </a:prstGeom>
        </p:spPr>
      </p:pic>
      <p:pic>
        <p:nvPicPr>
          <p:cNvPr id="24" name="Image 22" descr="28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860097" y="4230985"/>
            <a:ext cx="236369" cy="205780"/>
          </a:xfrm>
          <a:prstGeom prst="rect">
            <a:avLst/>
          </a:prstGeom>
        </p:spPr>
      </p:pic>
      <p:pic>
        <p:nvPicPr>
          <p:cNvPr id="25" name="Image 23" descr="29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109223" y="4234458"/>
            <a:ext cx="236392" cy="198834"/>
          </a:xfrm>
          <a:prstGeom prst="rect">
            <a:avLst/>
          </a:prstGeom>
        </p:spPr>
      </p:pic>
      <p:pic>
        <p:nvPicPr>
          <p:cNvPr id="26" name="Image 24" descr="3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934588" y="4759325"/>
            <a:ext cx="323724" cy="355501"/>
          </a:xfrm>
          <a:prstGeom prst="rect">
            <a:avLst/>
          </a:prstGeom>
        </p:spPr>
      </p:pic>
      <p:pic>
        <p:nvPicPr>
          <p:cNvPr id="27" name="Image 25" descr="3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855248" y="5306318"/>
            <a:ext cx="482503" cy="353715"/>
          </a:xfrm>
          <a:prstGeom prst="rect">
            <a:avLst/>
          </a:prstGeom>
        </p:spPr>
      </p:pic>
      <p:sp>
        <p:nvSpPr>
          <p:cNvPr id="28" name="Text 0"/>
          <p:cNvSpPr txBox="1"/>
          <p:nvPr/>
        </p:nvSpPr>
        <p:spPr>
          <a:xfrm>
            <a:off x="1473200" y="378143"/>
            <a:ext cx="749179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VỤ Y KHOA </a:t>
            </a:r>
            <a:pPr algn="l" indent="0" marL="0">
              <a:buNone/>
            </a:pPr>
            <a:r>
              <a:rPr lang="en-US" sz="2500" b="1" spc="50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 LONG QUỐC TẾ</a:t>
            </a:r>
            <a:endParaRPr lang="en-US" sz="2500" dirty="0"/>
          </a:p>
        </p:txBody>
      </p:sp>
      <p:sp>
        <p:nvSpPr>
          <p:cNvPr id="29" name="Text 1"/>
          <p:cNvSpPr txBox="1"/>
          <p:nvPr/>
        </p:nvSpPr>
        <p:spPr>
          <a:xfrm>
            <a:off x="1473200" y="798132"/>
            <a:ext cx="7491799" cy="235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tiên tiến trong Phẫu thuật Cột sống &amp; Chấn thương Chỉnh hình</a:t>
            </a:r>
            <a:endParaRPr lang="en-US" sz="1400" dirty="0"/>
          </a:p>
        </p:txBody>
      </p:sp>
      <p:sp>
        <p:nvSpPr>
          <p:cNvPr id="30" name="Text 2"/>
          <p:cNvSpPr txBox="1"/>
          <p:nvPr/>
        </p:nvSpPr>
        <p:spPr>
          <a:xfrm>
            <a:off x="8369201" y="1039114"/>
            <a:ext cx="506956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750" dirty="0"/>
          </a:p>
        </p:txBody>
      </p:sp>
      <p:sp>
        <p:nvSpPr>
          <p:cNvPr id="31" name="Text 3"/>
          <p:cNvSpPr txBox="1"/>
          <p:nvPr/>
        </p:nvSpPr>
        <p:spPr>
          <a:xfrm>
            <a:off x="9433421" y="1039114"/>
            <a:ext cx="223278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Zalo</a:t>
            </a:r>
            <a:endParaRPr lang="en-US" sz="750" dirty="0"/>
          </a:p>
        </p:txBody>
      </p:sp>
      <p:sp>
        <p:nvSpPr>
          <p:cNvPr id="32" name="Text 4"/>
          <p:cNvSpPr txBox="1"/>
          <p:nvPr/>
        </p:nvSpPr>
        <p:spPr>
          <a:xfrm>
            <a:off x="10322024" y="1039114"/>
            <a:ext cx="340007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750" dirty="0"/>
          </a:p>
        </p:txBody>
      </p:sp>
      <p:sp>
        <p:nvSpPr>
          <p:cNvPr id="33" name="Text 5"/>
          <p:cNvSpPr txBox="1"/>
          <p:nvPr/>
        </p:nvSpPr>
        <p:spPr>
          <a:xfrm>
            <a:off x="11183243" y="1039114"/>
            <a:ext cx="519059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750" dirty="0"/>
          </a:p>
        </p:txBody>
      </p:sp>
      <p:sp>
        <p:nvSpPr>
          <p:cNvPr id="34" name="Text 6"/>
          <p:cNvSpPr txBox="1"/>
          <p:nvPr/>
        </p:nvSpPr>
        <p:spPr>
          <a:xfrm>
            <a:off x="236601" y="2153158"/>
            <a:ext cx="4936998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LIỆU XƯƠNG SINH HỌC COLLAGEN KHOÁNG HÓA</a:t>
            </a:r>
            <a:endParaRPr lang="en-US" sz="1050" dirty="0"/>
          </a:p>
        </p:txBody>
      </p:sp>
      <p:sp>
        <p:nvSpPr>
          <p:cNvPr id="35" name="Text 7"/>
          <p:cNvSpPr txBox="1"/>
          <p:nvPr/>
        </p:nvSpPr>
        <p:spPr>
          <a:xfrm>
            <a:off x="1416943" y="2374646"/>
            <a:ext cx="3269879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Đạt chứng nhận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Hoa Kỳ</a:t>
            </a:r>
            <a:endParaRPr lang="en-US" sz="1650" dirty="0"/>
          </a:p>
        </p:txBody>
      </p:sp>
      <p:sp>
        <p:nvSpPr>
          <p:cNvPr id="36" name="Text 8"/>
          <p:cNvSpPr txBox="1"/>
          <p:nvPr/>
        </p:nvSpPr>
        <p:spPr>
          <a:xfrm>
            <a:off x="1067098" y="2679446"/>
            <a:ext cx="4067526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đồng cao với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tự thân</a:t>
            </a:r>
            <a:endParaRPr lang="en-US" sz="1650" dirty="0"/>
          </a:p>
        </p:txBody>
      </p:sp>
      <p:sp>
        <p:nvSpPr>
          <p:cNvPr id="37" name="Text 9"/>
          <p:cNvSpPr txBox="1"/>
          <p:nvPr/>
        </p:nvSpPr>
        <p:spPr>
          <a:xfrm>
            <a:off x="715877" y="3732339"/>
            <a:ext cx="1108246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200" dirty="0"/>
          </a:p>
        </p:txBody>
      </p:sp>
      <p:sp>
        <p:nvSpPr>
          <p:cNvPr id="38" name="Text 10"/>
          <p:cNvSpPr txBox="1"/>
          <p:nvPr/>
        </p:nvSpPr>
        <p:spPr>
          <a:xfrm>
            <a:off x="3488690" y="5292789"/>
            <a:ext cx="1303020" cy="206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200" dirty="0"/>
          </a:p>
        </p:txBody>
      </p:sp>
      <p:sp>
        <p:nvSpPr>
          <p:cNvPr id="39" name="Text 11"/>
          <p:cNvSpPr txBox="1"/>
          <p:nvPr/>
        </p:nvSpPr>
        <p:spPr>
          <a:xfrm>
            <a:off x="515366" y="6028436"/>
            <a:ext cx="1534668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500" dirty="0"/>
          </a:p>
        </p:txBody>
      </p:sp>
      <p:sp>
        <p:nvSpPr>
          <p:cNvPr id="40" name="Text 12"/>
          <p:cNvSpPr txBox="1"/>
          <p:nvPr/>
        </p:nvSpPr>
        <p:spPr>
          <a:xfrm>
            <a:off x="515366" y="6264656"/>
            <a:ext cx="15346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800" dirty="0"/>
          </a:p>
        </p:txBody>
      </p:sp>
      <p:sp>
        <p:nvSpPr>
          <p:cNvPr id="41" name="Text 13"/>
          <p:cNvSpPr txBox="1"/>
          <p:nvPr/>
        </p:nvSpPr>
        <p:spPr>
          <a:xfrm>
            <a:off x="1944561" y="6028436"/>
            <a:ext cx="1527429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500" dirty="0"/>
          </a:p>
        </p:txBody>
      </p:sp>
      <p:sp>
        <p:nvSpPr>
          <p:cNvPr id="42" name="Text 14"/>
          <p:cNvSpPr txBox="1"/>
          <p:nvPr/>
        </p:nvSpPr>
        <p:spPr>
          <a:xfrm>
            <a:off x="1944561" y="6264656"/>
            <a:ext cx="1527429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800" dirty="0"/>
          </a:p>
        </p:txBody>
      </p:sp>
      <p:sp>
        <p:nvSpPr>
          <p:cNvPr id="43" name="Text 15"/>
          <p:cNvSpPr txBox="1"/>
          <p:nvPr/>
        </p:nvSpPr>
        <p:spPr>
          <a:xfrm>
            <a:off x="3366961" y="6028436"/>
            <a:ext cx="1527429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500" dirty="0"/>
          </a:p>
        </p:txBody>
      </p:sp>
      <p:sp>
        <p:nvSpPr>
          <p:cNvPr id="44" name="Text 16"/>
          <p:cNvSpPr txBox="1"/>
          <p:nvPr/>
        </p:nvSpPr>
        <p:spPr>
          <a:xfrm>
            <a:off x="3366961" y="6264656"/>
            <a:ext cx="1527429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800" dirty="0"/>
          </a:p>
        </p:txBody>
      </p:sp>
      <p:sp>
        <p:nvSpPr>
          <p:cNvPr id="45" name="Text 17"/>
          <p:cNvSpPr txBox="1"/>
          <p:nvPr/>
        </p:nvSpPr>
        <p:spPr>
          <a:xfrm>
            <a:off x="4930267" y="2130552"/>
            <a:ext cx="7195566" cy="228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TÍCH HỢP CHO </a:t>
            </a:r>
            <a:pPr algn="ctr" indent="0" marL="0">
              <a:buNone/>
            </a:pPr>
            <a:r>
              <a:rPr lang="en-US" sz="1350" b="1" spc="50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350" dirty="0"/>
          </a:p>
        </p:txBody>
      </p:sp>
      <p:sp>
        <p:nvSpPr>
          <p:cNvPr id="46" name="Text 18"/>
          <p:cNvSpPr txBox="1"/>
          <p:nvPr/>
        </p:nvSpPr>
        <p:spPr>
          <a:xfrm>
            <a:off x="7029450" y="2457196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  <p:sp>
        <p:nvSpPr>
          <p:cNvPr id="47" name="Text 19"/>
          <p:cNvSpPr txBox="1"/>
          <p:nvPr/>
        </p:nvSpPr>
        <p:spPr>
          <a:xfrm>
            <a:off x="7334250" y="2513140"/>
            <a:ext cx="1458206" cy="167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Giảm phơi nhiễm tia X</a:t>
            </a:r>
            <a:endParaRPr lang="en-US" sz="950" dirty="0"/>
          </a:p>
        </p:txBody>
      </p:sp>
      <p:sp>
        <p:nvSpPr>
          <p:cNvPr id="48" name="Text 20"/>
          <p:cNvSpPr txBox="1"/>
          <p:nvPr/>
        </p:nvSpPr>
        <p:spPr>
          <a:xfrm>
            <a:off x="8202414" y="2939796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49" name="Text 21"/>
          <p:cNvSpPr txBox="1"/>
          <p:nvPr/>
        </p:nvSpPr>
        <p:spPr>
          <a:xfrm>
            <a:off x="8507214" y="2995740"/>
            <a:ext cx="1131320" cy="167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 cao</a:t>
            </a:r>
            <a:endParaRPr lang="en-US" sz="950" dirty="0"/>
          </a:p>
        </p:txBody>
      </p:sp>
      <p:sp>
        <p:nvSpPr>
          <p:cNvPr id="50" name="Text 22"/>
          <p:cNvSpPr txBox="1"/>
          <p:nvPr/>
        </p:nvSpPr>
        <p:spPr>
          <a:xfrm>
            <a:off x="5441950" y="4712637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51" name="Text 23"/>
          <p:cNvSpPr txBox="1"/>
          <p:nvPr/>
        </p:nvSpPr>
        <p:spPr>
          <a:xfrm>
            <a:off x="5746750" y="4600758"/>
            <a:ext cx="710892" cy="503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Tối ưu hóa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</a:t>
            </a:r>
            <a:endParaRPr lang="en-US" sz="950" dirty="0"/>
          </a:p>
        </p:txBody>
      </p:sp>
      <p:sp>
        <p:nvSpPr>
          <p:cNvPr id="52" name="Text 24"/>
          <p:cNvSpPr txBox="1"/>
          <p:nvPr/>
        </p:nvSpPr>
        <p:spPr>
          <a:xfrm>
            <a:off x="9823450" y="3241675"/>
            <a:ext cx="120024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IN 3D</a:t>
            </a:r>
            <a:endParaRPr lang="en-US" sz="750" dirty="0"/>
          </a:p>
        </p:txBody>
      </p:sp>
      <p:sp>
        <p:nvSpPr>
          <p:cNvPr id="53" name="Text 25"/>
          <p:cNvSpPr txBox="1"/>
          <p:nvPr/>
        </p:nvSpPr>
        <p:spPr>
          <a:xfrm>
            <a:off x="9823450" y="3442589"/>
            <a:ext cx="2026920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xốp tối ưu hóa tích hợp xương</a:t>
            </a:r>
            <a:endParaRPr lang="en-US" sz="750" dirty="0"/>
          </a:p>
        </p:txBody>
      </p:sp>
      <p:sp>
        <p:nvSpPr>
          <p:cNvPr id="54" name="Text 26"/>
          <p:cNvSpPr txBox="1"/>
          <p:nvPr/>
        </p:nvSpPr>
        <p:spPr>
          <a:xfrm>
            <a:off x="10458450" y="3684524"/>
            <a:ext cx="1061871" cy="162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950" dirty="0"/>
          </a:p>
        </p:txBody>
      </p:sp>
      <p:sp>
        <p:nvSpPr>
          <p:cNvPr id="55" name="Text 27"/>
          <p:cNvSpPr txBox="1"/>
          <p:nvPr/>
        </p:nvSpPr>
        <p:spPr>
          <a:xfrm>
            <a:off x="10458450" y="3839464"/>
            <a:ext cx="1061871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 in 3D</a:t>
            </a:r>
            <a:endParaRPr lang="en-US" sz="750" dirty="0"/>
          </a:p>
        </p:txBody>
      </p:sp>
      <p:sp>
        <p:nvSpPr>
          <p:cNvPr id="56" name="Text 28"/>
          <p:cNvSpPr txBox="1"/>
          <p:nvPr/>
        </p:nvSpPr>
        <p:spPr>
          <a:xfrm>
            <a:off x="10458450" y="4192524"/>
            <a:ext cx="717905" cy="162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950" dirty="0"/>
          </a:p>
        </p:txBody>
      </p:sp>
      <p:sp>
        <p:nvSpPr>
          <p:cNvPr id="57" name="Text 29"/>
          <p:cNvSpPr txBox="1"/>
          <p:nvPr/>
        </p:nvSpPr>
        <p:spPr>
          <a:xfrm>
            <a:off x="10458450" y="4347464"/>
            <a:ext cx="717905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 in 3D</a:t>
            </a:r>
            <a:endParaRPr lang="en-US" sz="750" dirty="0"/>
          </a:p>
        </p:txBody>
      </p:sp>
      <p:sp>
        <p:nvSpPr>
          <p:cNvPr id="58" name="Text 30"/>
          <p:cNvSpPr txBox="1"/>
          <p:nvPr/>
        </p:nvSpPr>
        <p:spPr>
          <a:xfrm>
            <a:off x="10452100" y="4795774"/>
            <a:ext cx="784187" cy="162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950" dirty="0"/>
          </a:p>
        </p:txBody>
      </p:sp>
      <p:sp>
        <p:nvSpPr>
          <p:cNvPr id="59" name="Text 31"/>
          <p:cNvSpPr txBox="1"/>
          <p:nvPr/>
        </p:nvSpPr>
        <p:spPr>
          <a:xfrm>
            <a:off x="10452100" y="4950714"/>
            <a:ext cx="784187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750" dirty="0"/>
          </a:p>
        </p:txBody>
      </p:sp>
      <p:sp>
        <p:nvSpPr>
          <p:cNvPr id="60" name="Text 32"/>
          <p:cNvSpPr txBox="1"/>
          <p:nvPr/>
        </p:nvSpPr>
        <p:spPr>
          <a:xfrm>
            <a:off x="10452100" y="5329174"/>
            <a:ext cx="1424047" cy="162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 GADGET</a:t>
            </a:r>
            <a:endParaRPr lang="en-US" sz="950" dirty="0"/>
          </a:p>
        </p:txBody>
      </p:sp>
      <p:sp>
        <p:nvSpPr>
          <p:cNvPr id="61" name="Text 33"/>
          <p:cNvSpPr txBox="1"/>
          <p:nvPr/>
        </p:nvSpPr>
        <p:spPr>
          <a:xfrm>
            <a:off x="10452100" y="5496814"/>
            <a:ext cx="1049994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 ít xâm lấn</a:t>
            </a:r>
            <a:endParaRPr lang="en-US" sz="750" dirty="0"/>
          </a:p>
        </p:txBody>
      </p:sp>
      <p:sp>
        <p:nvSpPr>
          <p:cNvPr id="62" name="Text 34"/>
          <p:cNvSpPr txBox="1"/>
          <p:nvPr/>
        </p:nvSpPr>
        <p:spPr>
          <a:xfrm>
            <a:off x="11411248" y="5482082"/>
            <a:ext cx="290016" cy="15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50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VOA - Thăng Long Quốc Tế</dc:title>
  <dc:subject>PptxGenJS Presentation</dc:subject>
  <dc:creator>PptxGenJS</dc:creator>
  <cp:lastModifiedBy>PptxGenJS</cp:lastModifiedBy>
  <cp:revision>1</cp:revision>
  <dcterms:created xsi:type="dcterms:W3CDTF">2026-09-28T19:53:31Z</dcterms:created>
  <dcterms:modified xsi:type="dcterms:W3CDTF">2026-09-28T19:53:31Z</dcterms:modified>
</cp:coreProperties>
</file>