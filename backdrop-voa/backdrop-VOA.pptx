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6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l_em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480" y="292104"/>
            <a:ext cx="821432" cy="812793"/>
          </a:xfrm>
          <a:prstGeom prst="rect">
            <a:avLst/>
          </a:prstGeom>
        </p:spPr>
      </p:pic>
      <p:pic>
        <p:nvPicPr>
          <p:cNvPr id="3" name="Image 1" descr="Dịch vụ Y Khoa Thăng Long Quốc T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213" y="501652"/>
            <a:ext cx="2376488" cy="393695"/>
          </a:xfrm>
          <a:prstGeom prst="rect">
            <a:avLst/>
          </a:prstGeom>
        </p:spPr>
      </p:pic>
      <p:pic>
        <p:nvPicPr>
          <p:cNvPr id="4" name="Image 2" descr="Curex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752607"/>
            <a:ext cx="1102618" cy="279387"/>
          </a:xfrm>
          <a:prstGeom prst="rect">
            <a:avLst/>
          </a:prstGeom>
        </p:spPr>
      </p:pic>
      <p:pic>
        <p:nvPicPr>
          <p:cNvPr id="5" name="Image 3" descr="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801" y="1803406"/>
            <a:ext cx="250726" cy="177787"/>
          </a:xfrm>
          <a:prstGeom prst="rect">
            <a:avLst/>
          </a:prstGeom>
        </p:spPr>
      </p:pic>
      <p:pic>
        <p:nvPicPr>
          <p:cNvPr id="6" name="Image 4" descr="FD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0727" y="1803409"/>
            <a:ext cx="447873" cy="177782"/>
          </a:xfrm>
          <a:prstGeom prst="rect">
            <a:avLst/>
          </a:prstGeom>
        </p:spPr>
      </p:pic>
      <p:pic>
        <p:nvPicPr>
          <p:cNvPr id="7" name="Image 5" descr="CUVIS Sp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736" y="2400307"/>
            <a:ext cx="1558429" cy="355585"/>
          </a:xfrm>
          <a:prstGeom prst="rect">
            <a:avLst/>
          </a:prstGeom>
        </p:spPr>
      </p:pic>
      <p:pic>
        <p:nvPicPr>
          <p:cNvPr id="8" name="Image 6" descr="3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698441"/>
            <a:ext cx="2286000" cy="2087439"/>
          </a:xfrm>
          <a:prstGeom prst="rect">
            <a:avLst/>
          </a:prstGeom>
        </p:spPr>
      </p:pic>
      <p:pic>
        <p:nvPicPr>
          <p:cNvPr id="9" name="Image 7" descr="Allge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950" y="1403365"/>
            <a:ext cx="1503561" cy="634970"/>
          </a:xfrm>
          <a:prstGeom prst="rect">
            <a:avLst/>
          </a:prstGeom>
        </p:spPr>
      </p:pic>
      <p:pic>
        <p:nvPicPr>
          <p:cNvPr id="10" name="Image 8" descr="FD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6598" y="1562111"/>
            <a:ext cx="799802" cy="317479"/>
          </a:xfrm>
          <a:prstGeom prst="rect">
            <a:avLst/>
          </a:prstGeom>
        </p:spPr>
      </p:pic>
      <p:pic>
        <p:nvPicPr>
          <p:cNvPr id="11" name="Image 9" descr="IS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0700" y="1562100"/>
            <a:ext cx="768350" cy="317500"/>
          </a:xfrm>
          <a:prstGeom prst="rect">
            <a:avLst/>
          </a:prstGeom>
        </p:spPr>
      </p:pic>
      <p:pic>
        <p:nvPicPr>
          <p:cNvPr id="12" name="Image 10" descr="BonG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90900" y="2836565"/>
            <a:ext cx="1676400" cy="419100"/>
          </a:xfrm>
          <a:prstGeom prst="rect">
            <a:avLst/>
          </a:prstGeom>
        </p:spPr>
      </p:pic>
      <p:pic>
        <p:nvPicPr>
          <p:cNvPr id="13" name="Image 11" descr="4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3416" y="2701727"/>
            <a:ext cx="3670168" cy="1234877"/>
          </a:xfrm>
          <a:prstGeom prst="rect">
            <a:avLst/>
          </a:prstGeom>
        </p:spPr>
      </p:pic>
      <p:pic>
        <p:nvPicPr>
          <p:cNvPr id="14" name="Image 12" descr="Skulh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2773" y="4382195"/>
            <a:ext cx="1720354" cy="419098"/>
          </a:xfrm>
          <a:prstGeom prst="rect">
            <a:avLst/>
          </a:prstGeom>
        </p:spPr>
      </p:pic>
      <p:pic>
        <p:nvPicPr>
          <p:cNvPr id="15" name="Image 13" descr="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8392" y="4151114"/>
            <a:ext cx="3670215" cy="1198761"/>
          </a:xfrm>
          <a:prstGeom prst="rect">
            <a:avLst/>
          </a:prstGeom>
        </p:spPr>
      </p:pic>
      <p:pic>
        <p:nvPicPr>
          <p:cNvPr id="16" name="Image 14" descr="Mantiz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23400" y="1758950"/>
            <a:ext cx="1085850" cy="266700"/>
          </a:xfrm>
          <a:prstGeom prst="rect">
            <a:avLst/>
          </a:prstGeom>
        </p:spPr>
      </p:pic>
      <p:pic>
        <p:nvPicPr>
          <p:cNvPr id="17" name="Image 15" descr="ISO 13485:2016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7075" y="1727207"/>
            <a:ext cx="306983" cy="330185"/>
          </a:xfrm>
          <a:prstGeom prst="rect">
            <a:avLst/>
          </a:prstGeom>
        </p:spPr>
      </p:pic>
      <p:pic>
        <p:nvPicPr>
          <p:cNvPr id="18" name="Image 16" descr="GM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57558" y="1727225"/>
            <a:ext cx="401042" cy="330151"/>
          </a:xfrm>
          <a:prstGeom prst="rect">
            <a:avLst/>
          </a:prstGeom>
        </p:spPr>
      </p:pic>
      <p:sp>
        <p:nvSpPr>
          <p:cNvPr id="19" name="Text 0"/>
          <p:cNvSpPr txBox="1"/>
          <p:nvPr/>
        </p:nvSpPr>
        <p:spPr>
          <a:xfrm>
            <a:off x="444500" y="288290"/>
            <a:ext cx="4835991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CHÀO MỪNG QUÝ ĐẠI BIỂU THAM DỰ</a:t>
            </a:r>
            <a:endParaRPr lang="en-US" sz="1300" dirty="0"/>
          </a:p>
        </p:txBody>
      </p:sp>
      <p:sp>
        <p:nvSpPr>
          <p:cNvPr id="20" name="Text 1"/>
          <p:cNvSpPr txBox="1"/>
          <p:nvPr/>
        </p:nvSpPr>
        <p:spPr>
          <a:xfrm>
            <a:off x="444500" y="446405"/>
            <a:ext cx="5514727" cy="701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</a:t>
            </a:r>
            <a:pPr algn="l" indent="0" marL="0">
              <a:buNone/>
            </a:pPr>
            <a:r>
              <a:rPr lang="en-US" sz="46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</a:t>
            </a:r>
            <a:endParaRPr lang="en-US" sz="4600" dirty="0"/>
          </a:p>
        </p:txBody>
      </p:sp>
      <p:sp>
        <p:nvSpPr>
          <p:cNvPr id="21" name="Text 2"/>
          <p:cNvSpPr txBox="1"/>
          <p:nvPr/>
        </p:nvSpPr>
        <p:spPr>
          <a:xfrm>
            <a:off x="821003" y="2871728"/>
            <a:ext cx="1659993" cy="43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định vị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200" dirty="0"/>
          </a:p>
        </p:txBody>
      </p:sp>
      <p:sp>
        <p:nvSpPr>
          <p:cNvPr id="22" name="Text 3"/>
          <p:cNvSpPr txBox="1"/>
          <p:nvPr/>
        </p:nvSpPr>
        <p:spPr>
          <a:xfrm>
            <a:off x="2729865" y="2112010"/>
            <a:ext cx="673227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D8F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NHÂN TẠO COLLAGEN KHOÁNG HÓA</a:t>
            </a:r>
            <a:endParaRPr lang="en-US" sz="1200" dirty="0"/>
          </a:p>
        </p:txBody>
      </p:sp>
      <p:sp>
        <p:nvSpPr>
          <p:cNvPr id="23" name="Text 4"/>
          <p:cNvSpPr txBox="1"/>
          <p:nvPr/>
        </p:nvSpPr>
        <p:spPr>
          <a:xfrm>
            <a:off x="2729865" y="2428240"/>
            <a:ext cx="673227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cấu trúc nano của xương tự nhiên</a:t>
            </a:r>
            <a:endParaRPr lang="en-US" sz="1100" dirty="0"/>
          </a:p>
        </p:txBody>
      </p:sp>
      <p:sp>
        <p:nvSpPr>
          <p:cNvPr id="24" name="Text 5"/>
          <p:cNvSpPr txBox="1"/>
          <p:nvPr/>
        </p:nvSpPr>
        <p:spPr>
          <a:xfrm>
            <a:off x="3536425" y="3362345"/>
            <a:ext cx="13852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500" dirty="0"/>
          </a:p>
        </p:txBody>
      </p:sp>
      <p:sp>
        <p:nvSpPr>
          <p:cNvPr id="25" name="Text 6"/>
          <p:cNvSpPr txBox="1"/>
          <p:nvPr/>
        </p:nvSpPr>
        <p:spPr>
          <a:xfrm>
            <a:off x="7148513" y="4930835"/>
            <a:ext cx="1628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500" dirty="0"/>
          </a:p>
        </p:txBody>
      </p:sp>
      <p:sp>
        <p:nvSpPr>
          <p:cNvPr id="26" name="Text 7"/>
          <p:cNvSpPr txBox="1"/>
          <p:nvPr/>
        </p:nvSpPr>
        <p:spPr>
          <a:xfrm>
            <a:off x="3314700" y="5558115"/>
            <a:ext cx="1447800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600" dirty="0"/>
          </a:p>
        </p:txBody>
      </p:sp>
      <p:sp>
        <p:nvSpPr>
          <p:cNvPr id="27" name="Text 8"/>
          <p:cNvSpPr txBox="1"/>
          <p:nvPr/>
        </p:nvSpPr>
        <p:spPr>
          <a:xfrm>
            <a:off x="3314700" y="5816600"/>
            <a:ext cx="144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50" dirty="0"/>
          </a:p>
        </p:txBody>
      </p:sp>
      <p:sp>
        <p:nvSpPr>
          <p:cNvPr id="28" name="Text 9"/>
          <p:cNvSpPr txBox="1"/>
          <p:nvPr/>
        </p:nvSpPr>
        <p:spPr>
          <a:xfrm>
            <a:off x="4693095" y="5558115"/>
            <a:ext cx="1440561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600" dirty="0"/>
          </a:p>
        </p:txBody>
      </p:sp>
      <p:sp>
        <p:nvSpPr>
          <p:cNvPr id="29" name="Text 10"/>
          <p:cNvSpPr txBox="1"/>
          <p:nvPr/>
        </p:nvSpPr>
        <p:spPr>
          <a:xfrm>
            <a:off x="4693095" y="5816600"/>
            <a:ext cx="14405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50" dirty="0"/>
          </a:p>
        </p:txBody>
      </p:sp>
      <p:sp>
        <p:nvSpPr>
          <p:cNvPr id="30" name="Text 11"/>
          <p:cNvSpPr txBox="1"/>
          <p:nvPr/>
        </p:nvSpPr>
        <p:spPr>
          <a:xfrm>
            <a:off x="6064695" y="5558115"/>
            <a:ext cx="1440561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6064695" y="5816600"/>
            <a:ext cx="14405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50" dirty="0"/>
          </a:p>
        </p:txBody>
      </p:sp>
      <p:sp>
        <p:nvSpPr>
          <p:cNvPr id="32" name="Text 13"/>
          <p:cNvSpPr txBox="1"/>
          <p:nvPr/>
        </p:nvSpPr>
        <p:spPr>
          <a:xfrm>
            <a:off x="7436294" y="5558115"/>
            <a:ext cx="1440561" cy="26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510(k)</a:t>
            </a:r>
            <a:endParaRPr lang="en-US" sz="1600" dirty="0"/>
          </a:p>
        </p:txBody>
      </p:sp>
      <p:sp>
        <p:nvSpPr>
          <p:cNvPr id="33" name="Text 14"/>
          <p:cNvSpPr txBox="1"/>
          <p:nvPr/>
        </p:nvSpPr>
        <p:spPr>
          <a:xfrm>
            <a:off x="7436294" y="5816600"/>
            <a:ext cx="14405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FF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</a:t>
            </a:r>
            <a:endParaRPr lang="en-US" sz="850" dirty="0"/>
          </a:p>
        </p:txBody>
      </p:sp>
      <p:sp>
        <p:nvSpPr>
          <p:cNvPr id="34" name="Text 15"/>
          <p:cNvSpPr txBox="1"/>
          <p:nvPr/>
        </p:nvSpPr>
        <p:spPr>
          <a:xfrm>
            <a:off x="9461500" y="2753360"/>
            <a:ext cx="246126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A55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CỘT SỐNG</a:t>
            </a:r>
            <a:endParaRPr lang="en-US" sz="1000" dirty="0"/>
          </a:p>
        </p:txBody>
      </p:sp>
      <p:sp>
        <p:nvSpPr>
          <p:cNvPr id="35" name="Text 16"/>
          <p:cNvSpPr txBox="1"/>
          <p:nvPr/>
        </p:nvSpPr>
        <p:spPr>
          <a:xfrm>
            <a:off x="9461500" y="3114040"/>
            <a:ext cx="2921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36" name="Text 17"/>
          <p:cNvSpPr txBox="1"/>
          <p:nvPr/>
        </p:nvSpPr>
        <p:spPr>
          <a:xfrm>
            <a:off x="9855200" y="3088640"/>
            <a:ext cx="205915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1300" dirty="0"/>
          </a:p>
        </p:txBody>
      </p:sp>
      <p:sp>
        <p:nvSpPr>
          <p:cNvPr id="37" name="Text 18"/>
          <p:cNvSpPr txBox="1"/>
          <p:nvPr/>
        </p:nvSpPr>
        <p:spPr>
          <a:xfrm>
            <a:off x="9855200" y="3309620"/>
            <a:ext cx="205915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cột sống thắt lưng in 3D</a:t>
            </a:r>
            <a:endParaRPr lang="en-US" sz="1000" dirty="0"/>
          </a:p>
        </p:txBody>
      </p:sp>
      <p:sp>
        <p:nvSpPr>
          <p:cNvPr id="38" name="Text 19"/>
          <p:cNvSpPr txBox="1"/>
          <p:nvPr/>
        </p:nvSpPr>
        <p:spPr>
          <a:xfrm>
            <a:off x="9461500" y="3793490"/>
            <a:ext cx="2921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39" name="Text 20"/>
          <p:cNvSpPr txBox="1"/>
          <p:nvPr/>
        </p:nvSpPr>
        <p:spPr>
          <a:xfrm>
            <a:off x="9855200" y="3768090"/>
            <a:ext cx="1600611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1300" dirty="0"/>
          </a:p>
        </p:txBody>
      </p:sp>
      <p:sp>
        <p:nvSpPr>
          <p:cNvPr id="40" name="Text 21"/>
          <p:cNvSpPr txBox="1"/>
          <p:nvPr/>
        </p:nvSpPr>
        <p:spPr>
          <a:xfrm>
            <a:off x="9855200" y="3989070"/>
            <a:ext cx="1600611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cột sống cổ in 3D</a:t>
            </a:r>
            <a:endParaRPr lang="en-US" sz="1000" dirty="0"/>
          </a:p>
        </p:txBody>
      </p:sp>
      <p:sp>
        <p:nvSpPr>
          <p:cNvPr id="41" name="Text 22"/>
          <p:cNvSpPr txBox="1"/>
          <p:nvPr/>
        </p:nvSpPr>
        <p:spPr>
          <a:xfrm>
            <a:off x="9461500" y="4472940"/>
            <a:ext cx="2921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42" name="Text 23"/>
          <p:cNvSpPr txBox="1"/>
          <p:nvPr/>
        </p:nvSpPr>
        <p:spPr>
          <a:xfrm>
            <a:off x="9855200" y="4447540"/>
            <a:ext cx="1045583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300" dirty="0"/>
          </a:p>
        </p:txBody>
      </p:sp>
      <p:sp>
        <p:nvSpPr>
          <p:cNvPr id="43" name="Text 24"/>
          <p:cNvSpPr txBox="1"/>
          <p:nvPr/>
        </p:nvSpPr>
        <p:spPr>
          <a:xfrm>
            <a:off x="9855200" y="4668520"/>
            <a:ext cx="1045583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1000" dirty="0"/>
          </a:p>
        </p:txBody>
      </p:sp>
      <p:sp>
        <p:nvSpPr>
          <p:cNvPr id="44" name="Text 25"/>
          <p:cNvSpPr txBox="1"/>
          <p:nvPr/>
        </p:nvSpPr>
        <p:spPr>
          <a:xfrm>
            <a:off x="9461500" y="5152390"/>
            <a:ext cx="2921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45" name="Text 26"/>
          <p:cNvSpPr txBox="1"/>
          <p:nvPr/>
        </p:nvSpPr>
        <p:spPr>
          <a:xfrm>
            <a:off x="9855200" y="5126990"/>
            <a:ext cx="1875353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F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GADGET</a:t>
            </a:r>
            <a:endParaRPr lang="en-US" sz="1300" dirty="0"/>
          </a:p>
        </p:txBody>
      </p:sp>
      <p:sp>
        <p:nvSpPr>
          <p:cNvPr id="46" name="Text 27"/>
          <p:cNvSpPr txBox="1"/>
          <p:nvPr/>
        </p:nvSpPr>
        <p:spPr>
          <a:xfrm>
            <a:off x="9855200" y="5347970"/>
            <a:ext cx="1875353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ít xâm lấn</a:t>
            </a:r>
            <a:endParaRPr lang="en-US" sz="1000" dirty="0"/>
          </a:p>
        </p:txBody>
      </p:sp>
      <p:sp>
        <p:nvSpPr>
          <p:cNvPr id="47" name="Text 28"/>
          <p:cNvSpPr txBox="1"/>
          <p:nvPr/>
        </p:nvSpPr>
        <p:spPr>
          <a:xfrm>
            <a:off x="4972348" y="6570345"/>
            <a:ext cx="723221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HỆ</a:t>
            </a:r>
            <a:endParaRPr lang="en-US" sz="1000" dirty="0"/>
          </a:p>
        </p:txBody>
      </p:sp>
      <p:sp>
        <p:nvSpPr>
          <p:cNvPr id="48" name="Text 29"/>
          <p:cNvSpPr txBox="1"/>
          <p:nvPr/>
        </p:nvSpPr>
        <p:spPr>
          <a:xfrm>
            <a:off x="5746452" y="6509385"/>
            <a:ext cx="167933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Hội nghị VOA</dc:title>
  <dc:subject>PptxGenJS Presentation</dc:subject>
  <dc:creator>PptxGenJS</dc:creator>
  <cp:lastModifiedBy>PptxGenJS</cp:lastModifiedBy>
  <cp:revision>1</cp:revision>
  <dcterms:created xsi:type="dcterms:W3CDTF">2026-09-25T05:19:28Z</dcterms:created>
  <dcterms:modified xsi:type="dcterms:W3CDTF">2026-09-25T05:19:28Z</dcterms:modified>
</cp:coreProperties>
</file>