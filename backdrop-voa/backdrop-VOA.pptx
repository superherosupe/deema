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8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Thăng Long Quốc T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9" y="340519"/>
            <a:ext cx="749242" cy="741363"/>
          </a:xfrm>
          <a:prstGeom prst="rect">
            <a:avLst/>
          </a:prstGeom>
        </p:spPr>
      </p:pic>
      <p:pic>
        <p:nvPicPr>
          <p:cNvPr id="3" name="Image 1" descr="QR Face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900" y="546100"/>
            <a:ext cx="495300" cy="495300"/>
          </a:xfrm>
          <a:prstGeom prst="rect">
            <a:avLst/>
          </a:prstGeom>
        </p:spPr>
      </p:pic>
      <p:pic>
        <p:nvPicPr>
          <p:cNvPr id="4" name="Image 2" descr="QR Zal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600" y="546100"/>
            <a:ext cx="495300" cy="495300"/>
          </a:xfrm>
          <a:prstGeom prst="rect">
            <a:avLst/>
          </a:prstGeom>
        </p:spPr>
      </p:pic>
      <p:pic>
        <p:nvPicPr>
          <p:cNvPr id="5" name="Image 3" descr="QR TikT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300" y="546100"/>
            <a:ext cx="495300" cy="495300"/>
          </a:xfrm>
          <a:prstGeom prst="rect">
            <a:avLst/>
          </a:prstGeom>
        </p:spPr>
      </p:pic>
      <p:pic>
        <p:nvPicPr>
          <p:cNvPr id="6" name="Image 4" descr="QR Instagr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3000" y="546100"/>
            <a:ext cx="495300" cy="495300"/>
          </a:xfrm>
          <a:prstGeom prst="rect">
            <a:avLst/>
          </a:prstGeom>
        </p:spPr>
      </p:pic>
      <p:pic>
        <p:nvPicPr>
          <p:cNvPr id="7" name="Image 5" descr="Allge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" y="1492262"/>
            <a:ext cx="1142702" cy="482575"/>
          </a:xfrm>
          <a:prstGeom prst="rect">
            <a:avLst/>
          </a:prstGeom>
        </p:spPr>
      </p:pic>
      <p:pic>
        <p:nvPicPr>
          <p:cNvPr id="8" name="Image 6" descr="FD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652" y="1631958"/>
            <a:ext cx="511870" cy="203185"/>
          </a:xfrm>
          <a:prstGeom prst="rect">
            <a:avLst/>
          </a:prstGeom>
        </p:spPr>
      </p:pic>
      <p:pic>
        <p:nvPicPr>
          <p:cNvPr id="9" name="Image 7" descr="IS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8722" y="1631953"/>
            <a:ext cx="491728" cy="203193"/>
          </a:xfrm>
          <a:prstGeom prst="rect">
            <a:avLst/>
          </a:prstGeom>
        </p:spPr>
      </p:pic>
      <p:pic>
        <p:nvPicPr>
          <p:cNvPr id="10" name="Image 8" descr="BonGol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" y="3360738"/>
            <a:ext cx="1117600" cy="279400"/>
          </a:xfrm>
          <a:prstGeom prst="rect">
            <a:avLst/>
          </a:prstGeom>
        </p:spPr>
      </p:pic>
      <p:pic>
        <p:nvPicPr>
          <p:cNvPr id="11" name="Image 9" descr="4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3879" y="3244155"/>
            <a:ext cx="2806443" cy="944265"/>
          </a:xfrm>
          <a:prstGeom prst="rect">
            <a:avLst/>
          </a:prstGeom>
        </p:spPr>
      </p:pic>
      <p:pic>
        <p:nvPicPr>
          <p:cNvPr id="12" name="Image 10" descr="Skulhea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6716" y="4906967"/>
            <a:ext cx="1146870" cy="279391"/>
          </a:xfrm>
          <a:prstGeom prst="rect">
            <a:avLst/>
          </a:prstGeom>
        </p:spPr>
      </p:pic>
      <p:pic>
        <p:nvPicPr>
          <p:cNvPr id="13" name="Image 11" descr="36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809" y="4715272"/>
            <a:ext cx="2806582" cy="916682"/>
          </a:xfrm>
          <a:prstGeom prst="rect">
            <a:avLst/>
          </a:prstGeom>
        </p:spPr>
      </p:pic>
      <p:pic>
        <p:nvPicPr>
          <p:cNvPr id="14" name="Image 12" descr="Curex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7500" y="1593855"/>
            <a:ext cx="1052513" cy="266691"/>
          </a:xfrm>
          <a:prstGeom prst="rect">
            <a:avLst/>
          </a:prstGeom>
        </p:spPr>
      </p:pic>
      <p:pic>
        <p:nvPicPr>
          <p:cNvPr id="15" name="Image 13" descr="C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8913" y="1644673"/>
            <a:ext cx="232767" cy="165053"/>
          </a:xfrm>
          <a:prstGeom prst="rect">
            <a:avLst/>
          </a:prstGeom>
        </p:spPr>
      </p:pic>
      <p:pic>
        <p:nvPicPr>
          <p:cNvPr id="16" name="Image 14" descr="FD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22480" y="1644650"/>
            <a:ext cx="415925" cy="165100"/>
          </a:xfrm>
          <a:prstGeom prst="rect">
            <a:avLst/>
          </a:prstGeom>
        </p:spPr>
      </p:pic>
      <p:pic>
        <p:nvPicPr>
          <p:cNvPr id="17" name="Image 15" descr="Mantiz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5105" y="1619255"/>
            <a:ext cx="878979" cy="215890"/>
          </a:xfrm>
          <a:prstGeom prst="rect">
            <a:avLst/>
          </a:prstGeom>
        </p:spPr>
      </p:pic>
      <p:pic>
        <p:nvPicPr>
          <p:cNvPr id="18" name="Image 16" descr="ISO 13485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87584" y="1600206"/>
            <a:ext cx="236141" cy="253988"/>
          </a:xfrm>
          <a:prstGeom prst="rect">
            <a:avLst/>
          </a:prstGeom>
        </p:spPr>
      </p:pic>
      <p:pic>
        <p:nvPicPr>
          <p:cNvPr id="19" name="Image 17" descr="GMP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74524" y="1600228"/>
            <a:ext cx="308471" cy="253943"/>
          </a:xfrm>
          <a:prstGeom prst="rect">
            <a:avLst/>
          </a:prstGeom>
        </p:spPr>
      </p:pic>
      <p:pic>
        <p:nvPicPr>
          <p:cNvPr id="20" name="Image 18" descr="CUVIS Spine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73700" y="2362208"/>
            <a:ext cx="1168797" cy="266683"/>
          </a:xfrm>
          <a:prstGeom prst="rect">
            <a:avLst/>
          </a:prstGeom>
        </p:spPr>
      </p:pic>
      <p:pic>
        <p:nvPicPr>
          <p:cNvPr id="21" name="Image 19" descr="Robot CUVIS Spine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736891"/>
            <a:ext cx="3476923" cy="3174918"/>
          </a:xfrm>
          <a:prstGeom prst="rect">
            <a:avLst/>
          </a:prstGeom>
        </p:spPr>
      </p:pic>
      <p:pic>
        <p:nvPicPr>
          <p:cNvPr id="22" name="Image 20" descr="2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4227" y="3216176"/>
            <a:ext cx="342090" cy="254695"/>
          </a:xfrm>
          <a:prstGeom prst="rect">
            <a:avLst/>
          </a:prstGeom>
        </p:spPr>
      </p:pic>
      <p:pic>
        <p:nvPicPr>
          <p:cNvPr id="23" name="Image 21" descr="2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5452" y="3211810"/>
            <a:ext cx="342151" cy="263426"/>
          </a:xfrm>
          <a:prstGeom prst="rect">
            <a:avLst/>
          </a:prstGeom>
        </p:spPr>
      </p:pic>
      <p:pic>
        <p:nvPicPr>
          <p:cNvPr id="24" name="Image 22" descr="28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00507" y="3194645"/>
            <a:ext cx="342130" cy="297855"/>
          </a:xfrm>
          <a:prstGeom prst="rect">
            <a:avLst/>
          </a:prstGeom>
        </p:spPr>
      </p:pic>
      <p:pic>
        <p:nvPicPr>
          <p:cNvPr id="25" name="Image 23" descr="29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61727" y="3199606"/>
            <a:ext cx="342202" cy="287834"/>
          </a:xfrm>
          <a:prstGeom prst="rect">
            <a:avLst/>
          </a:prstGeom>
        </p:spPr>
      </p:pic>
      <p:pic>
        <p:nvPicPr>
          <p:cNvPr id="26" name="Image 24" descr="3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17156" y="4686102"/>
            <a:ext cx="647539" cy="711101"/>
          </a:xfrm>
          <a:prstGeom prst="rect">
            <a:avLst/>
          </a:prstGeom>
        </p:spPr>
      </p:pic>
      <p:pic>
        <p:nvPicPr>
          <p:cNvPr id="27" name="Image 25" descr="33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960133" y="4801989"/>
            <a:ext cx="653985" cy="479425"/>
          </a:xfrm>
          <a:prstGeom prst="rect">
            <a:avLst/>
          </a:prstGeom>
        </p:spPr>
      </p:pic>
      <p:sp>
        <p:nvSpPr>
          <p:cNvPr id="28" name="Text 0"/>
          <p:cNvSpPr txBox="1"/>
          <p:nvPr/>
        </p:nvSpPr>
        <p:spPr>
          <a:xfrm>
            <a:off x="1473200" y="355918"/>
            <a:ext cx="7491799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Y KHOA </a:t>
            </a:r>
            <a:pPr algn="l" indent="0" marL="0">
              <a:buNone/>
            </a:pPr>
            <a:r>
              <a:rPr lang="en-US" sz="2500" b="1" spc="50" kern="0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THĂNG LONG QUỐC TẾ</a:t>
            </a:r>
            <a:endParaRPr lang="en-US" sz="2500" dirty="0"/>
          </a:p>
        </p:txBody>
      </p:sp>
      <p:sp>
        <p:nvSpPr>
          <p:cNvPr id="29" name="Text 1"/>
          <p:cNvSpPr txBox="1"/>
          <p:nvPr/>
        </p:nvSpPr>
        <p:spPr>
          <a:xfrm>
            <a:off x="1473200" y="772350"/>
            <a:ext cx="7491799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spc="25" kern="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công nghệ, Kiến tạo giá trị</a:t>
            </a:r>
            <a:endParaRPr lang="en-US" sz="1700" dirty="0"/>
          </a:p>
        </p:txBody>
      </p:sp>
      <p:sp>
        <p:nvSpPr>
          <p:cNvPr id="30" name="Text 2"/>
          <p:cNvSpPr txBox="1"/>
          <p:nvPr/>
        </p:nvSpPr>
        <p:spPr>
          <a:xfrm>
            <a:off x="8625086" y="279781"/>
            <a:ext cx="184832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VỚI CHÚNG TÔI</a:t>
            </a:r>
            <a:endParaRPr lang="en-US" sz="800" dirty="0"/>
          </a:p>
        </p:txBody>
      </p:sp>
      <p:sp>
        <p:nvSpPr>
          <p:cNvPr id="31" name="Text 3"/>
          <p:cNvSpPr txBox="1"/>
          <p:nvPr/>
        </p:nvSpPr>
        <p:spPr>
          <a:xfrm>
            <a:off x="10360720" y="231902"/>
            <a:ext cx="1682276" cy="228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Hotline </a:t>
            </a:r>
            <a:pPr algn="l" indent="0" marL="0">
              <a:buNone/>
            </a:pPr>
            <a:r>
              <a:rPr lang="en-US" sz="10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0916 899 322</a:t>
            </a:r>
            <a:endParaRPr lang="en-US" sz="1000" dirty="0"/>
          </a:p>
        </p:txBody>
      </p:sp>
      <p:sp>
        <p:nvSpPr>
          <p:cNvPr id="32" name="Text 4"/>
          <p:cNvSpPr txBox="1"/>
          <p:nvPr/>
        </p:nvSpPr>
        <p:spPr>
          <a:xfrm>
            <a:off x="9414867" y="1046480"/>
            <a:ext cx="439317" cy="11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650" dirty="0"/>
          </a:p>
        </p:txBody>
      </p:sp>
      <p:sp>
        <p:nvSpPr>
          <p:cNvPr id="33" name="Text 5"/>
          <p:cNvSpPr txBox="1"/>
          <p:nvPr/>
        </p:nvSpPr>
        <p:spPr>
          <a:xfrm>
            <a:off x="10170319" y="1046480"/>
            <a:ext cx="193530" cy="11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</a:t>
            </a:r>
            <a:endParaRPr lang="en-US" sz="650" dirty="0"/>
          </a:p>
        </p:txBody>
      </p:sp>
      <p:sp>
        <p:nvSpPr>
          <p:cNvPr id="34" name="Text 6"/>
          <p:cNvSpPr txBox="1"/>
          <p:nvPr/>
        </p:nvSpPr>
        <p:spPr>
          <a:xfrm>
            <a:off x="10773668" y="1046480"/>
            <a:ext cx="294650" cy="11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650" dirty="0"/>
          </a:p>
        </p:txBody>
      </p:sp>
      <p:sp>
        <p:nvSpPr>
          <p:cNvPr id="35" name="Text 7"/>
          <p:cNvSpPr txBox="1"/>
          <p:nvPr/>
        </p:nvSpPr>
        <p:spPr>
          <a:xfrm>
            <a:off x="11353304" y="1046480"/>
            <a:ext cx="449836" cy="11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650" dirty="0"/>
          </a:p>
        </p:txBody>
      </p:sp>
      <p:sp>
        <p:nvSpPr>
          <p:cNvPr id="36" name="Text 8"/>
          <p:cNvSpPr txBox="1"/>
          <p:nvPr/>
        </p:nvSpPr>
        <p:spPr>
          <a:xfrm>
            <a:off x="236601" y="2153158"/>
            <a:ext cx="4936998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75" kern="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LIỆU XƯƠNG SINH HỌC COLLAGEN KHOÁNG HÓA</a:t>
            </a:r>
            <a:endParaRPr lang="en-US" sz="1050" dirty="0"/>
          </a:p>
        </p:txBody>
      </p:sp>
      <p:sp>
        <p:nvSpPr>
          <p:cNvPr id="37" name="Text 9"/>
          <p:cNvSpPr txBox="1"/>
          <p:nvPr/>
        </p:nvSpPr>
        <p:spPr>
          <a:xfrm>
            <a:off x="1416943" y="2374646"/>
            <a:ext cx="3269879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chứng nhận </a:t>
            </a:r>
            <a:pPr algn="l" indent="0" marL="0">
              <a:buNone/>
            </a:pPr>
            <a:r>
              <a:rPr lang="en-US" sz="16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Hoa Kỳ</a:t>
            </a:r>
            <a:endParaRPr lang="en-US" sz="1650" dirty="0"/>
          </a:p>
        </p:txBody>
      </p:sp>
      <p:sp>
        <p:nvSpPr>
          <p:cNvPr id="38" name="Text 10"/>
          <p:cNvSpPr txBox="1"/>
          <p:nvPr/>
        </p:nvSpPr>
        <p:spPr>
          <a:xfrm>
            <a:off x="1067098" y="2679446"/>
            <a:ext cx="4067526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đồng cao với </a:t>
            </a:r>
            <a:pPr algn="l" indent="0" marL="0">
              <a:buNone/>
            </a:pPr>
            <a:r>
              <a:rPr lang="en-US" sz="16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xương tự thân</a:t>
            </a:r>
            <a:endParaRPr lang="en-US" sz="1650" dirty="0"/>
          </a:p>
        </p:txBody>
      </p:sp>
      <p:sp>
        <p:nvSpPr>
          <p:cNvPr id="39" name="Text 11"/>
          <p:cNvSpPr txBox="1"/>
          <p:nvPr/>
        </p:nvSpPr>
        <p:spPr>
          <a:xfrm>
            <a:off x="715877" y="3732339"/>
            <a:ext cx="1108246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Chấn thương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hình</a:t>
            </a:r>
            <a:endParaRPr lang="en-US" sz="1200" dirty="0"/>
          </a:p>
        </p:txBody>
      </p:sp>
      <p:sp>
        <p:nvSpPr>
          <p:cNvPr id="40" name="Text 12"/>
          <p:cNvSpPr txBox="1"/>
          <p:nvPr/>
        </p:nvSpPr>
        <p:spPr>
          <a:xfrm>
            <a:off x="3488690" y="5292789"/>
            <a:ext cx="1303020" cy="206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Ngoại thần kinh</a:t>
            </a:r>
            <a:endParaRPr lang="en-US" sz="1200" dirty="0"/>
          </a:p>
        </p:txBody>
      </p:sp>
      <p:sp>
        <p:nvSpPr>
          <p:cNvPr id="41" name="Text 13"/>
          <p:cNvSpPr txBox="1"/>
          <p:nvPr/>
        </p:nvSpPr>
        <p:spPr>
          <a:xfrm>
            <a:off x="515366" y="6028436"/>
            <a:ext cx="1534668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: 55</a:t>
            </a:r>
            <a:endParaRPr lang="en-US" sz="1500" dirty="0"/>
          </a:p>
        </p:txBody>
      </p:sp>
      <p:sp>
        <p:nvSpPr>
          <p:cNvPr id="42" name="Text 14"/>
          <p:cNvSpPr txBox="1"/>
          <p:nvPr/>
        </p:nvSpPr>
        <p:spPr>
          <a:xfrm>
            <a:off x="515366" y="6264656"/>
            <a:ext cx="15346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Collagen I : nano-HA</a:t>
            </a:r>
            <a:endParaRPr lang="en-US" sz="800" dirty="0"/>
          </a:p>
        </p:txBody>
      </p:sp>
      <p:sp>
        <p:nvSpPr>
          <p:cNvPr id="43" name="Text 15"/>
          <p:cNvSpPr txBox="1"/>
          <p:nvPr/>
        </p:nvSpPr>
        <p:spPr>
          <a:xfrm>
            <a:off x="1944561" y="6028436"/>
            <a:ext cx="1527429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70–80%</a:t>
            </a:r>
            <a:endParaRPr lang="en-US" sz="1500" dirty="0"/>
          </a:p>
        </p:txBody>
      </p:sp>
      <p:sp>
        <p:nvSpPr>
          <p:cNvPr id="44" name="Text 16"/>
          <p:cNvSpPr txBox="1"/>
          <p:nvPr/>
        </p:nvSpPr>
        <p:spPr>
          <a:xfrm>
            <a:off x="1944561" y="6264656"/>
            <a:ext cx="1527429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xốp</a:t>
            </a:r>
            <a:endParaRPr lang="en-US" sz="800" dirty="0"/>
          </a:p>
        </p:txBody>
      </p:sp>
      <p:sp>
        <p:nvSpPr>
          <p:cNvPr id="45" name="Text 17"/>
          <p:cNvSpPr txBox="1"/>
          <p:nvPr/>
        </p:nvSpPr>
        <p:spPr>
          <a:xfrm>
            <a:off x="3366961" y="6028436"/>
            <a:ext cx="1527429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&gt;200.000</a:t>
            </a:r>
            <a:endParaRPr lang="en-US" sz="1500" dirty="0"/>
          </a:p>
        </p:txBody>
      </p:sp>
      <p:sp>
        <p:nvSpPr>
          <p:cNvPr id="46" name="Text 18"/>
          <p:cNvSpPr txBox="1"/>
          <p:nvPr/>
        </p:nvSpPr>
        <p:spPr>
          <a:xfrm>
            <a:off x="3366961" y="6264656"/>
            <a:ext cx="1527429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lâm sàng</a:t>
            </a:r>
            <a:endParaRPr lang="en-US" sz="800" dirty="0"/>
          </a:p>
        </p:txBody>
      </p:sp>
      <p:sp>
        <p:nvSpPr>
          <p:cNvPr id="47" name="Text 19"/>
          <p:cNvSpPr txBox="1"/>
          <p:nvPr/>
        </p:nvSpPr>
        <p:spPr>
          <a:xfrm>
            <a:off x="5070729" y="2132584"/>
            <a:ext cx="4908042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TÍCH HỢP CHO </a:t>
            </a:r>
            <a:pPr algn="ctr" indent="0" marL="0">
              <a:buNone/>
            </a:pPr>
            <a:r>
              <a:rPr lang="en-US" sz="1150" b="1" spc="25" kern="0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PHẪU THUẬT CỘT SỐNG</a:t>
            </a:r>
            <a:endParaRPr lang="en-US" sz="1150" dirty="0"/>
          </a:p>
        </p:txBody>
      </p:sp>
      <p:sp>
        <p:nvSpPr>
          <p:cNvPr id="48" name="Text 20"/>
          <p:cNvSpPr txBox="1"/>
          <p:nvPr/>
        </p:nvSpPr>
        <p:spPr>
          <a:xfrm>
            <a:off x="7029450" y="2368296"/>
            <a:ext cx="241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49" name="Text 21"/>
          <p:cNvSpPr txBox="1"/>
          <p:nvPr/>
        </p:nvSpPr>
        <p:spPr>
          <a:xfrm>
            <a:off x="7334250" y="2424240"/>
            <a:ext cx="1458206" cy="16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phơi nhiễm tia X</a:t>
            </a:r>
            <a:endParaRPr lang="en-US" sz="950" dirty="0"/>
          </a:p>
        </p:txBody>
      </p:sp>
      <p:sp>
        <p:nvSpPr>
          <p:cNvPr id="50" name="Text 22"/>
          <p:cNvSpPr txBox="1"/>
          <p:nvPr/>
        </p:nvSpPr>
        <p:spPr>
          <a:xfrm>
            <a:off x="8227814" y="2850896"/>
            <a:ext cx="241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51" name="Text 23"/>
          <p:cNvSpPr txBox="1"/>
          <p:nvPr/>
        </p:nvSpPr>
        <p:spPr>
          <a:xfrm>
            <a:off x="8532614" y="2906840"/>
            <a:ext cx="1131320" cy="16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cao</a:t>
            </a:r>
            <a:endParaRPr lang="en-US" sz="950" dirty="0"/>
          </a:p>
        </p:txBody>
      </p:sp>
      <p:sp>
        <p:nvSpPr>
          <p:cNvPr id="52" name="Text 24"/>
          <p:cNvSpPr txBox="1"/>
          <p:nvPr/>
        </p:nvSpPr>
        <p:spPr>
          <a:xfrm>
            <a:off x="5441950" y="4623737"/>
            <a:ext cx="241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53" name="Text 25"/>
          <p:cNvSpPr txBox="1"/>
          <p:nvPr/>
        </p:nvSpPr>
        <p:spPr>
          <a:xfrm>
            <a:off x="5746750" y="4511858"/>
            <a:ext cx="710892" cy="503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phẫu thuật</a:t>
            </a:r>
            <a:endParaRPr lang="en-US" sz="950" dirty="0"/>
          </a:p>
        </p:txBody>
      </p:sp>
      <p:sp>
        <p:nvSpPr>
          <p:cNvPr id="54" name="Text 26"/>
          <p:cNvSpPr txBox="1"/>
          <p:nvPr/>
        </p:nvSpPr>
        <p:spPr>
          <a:xfrm>
            <a:off x="10213876" y="2413298"/>
            <a:ext cx="120024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IN 3D</a:t>
            </a:r>
            <a:endParaRPr lang="en-US" sz="750" dirty="0"/>
          </a:p>
        </p:txBody>
      </p:sp>
      <p:sp>
        <p:nvSpPr>
          <p:cNvPr id="55" name="Text 27"/>
          <p:cNvSpPr txBox="1"/>
          <p:nvPr/>
        </p:nvSpPr>
        <p:spPr>
          <a:xfrm>
            <a:off x="9858502" y="2616498"/>
            <a:ext cx="19110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xốp tối ưu hóa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xương</a:t>
            </a:r>
            <a:endParaRPr lang="en-US" sz="750" dirty="0"/>
          </a:p>
        </p:txBody>
      </p:sp>
      <p:sp>
        <p:nvSpPr>
          <p:cNvPr id="56" name="Text 28"/>
          <p:cNvSpPr txBox="1"/>
          <p:nvPr/>
        </p:nvSpPr>
        <p:spPr>
          <a:xfrm>
            <a:off x="10053093" y="3796613"/>
            <a:ext cx="645515" cy="15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PANTHER</a:t>
            </a:r>
            <a:endParaRPr lang="en-US" sz="900" dirty="0"/>
          </a:p>
        </p:txBody>
      </p:sp>
      <p:sp>
        <p:nvSpPr>
          <p:cNvPr id="57" name="Text 29"/>
          <p:cNvSpPr txBox="1"/>
          <p:nvPr/>
        </p:nvSpPr>
        <p:spPr>
          <a:xfrm>
            <a:off x="10005580" y="3951093"/>
            <a:ext cx="740640" cy="27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Lồng thắt lưng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3D</a:t>
            </a:r>
            <a:endParaRPr lang="en-US" sz="725" dirty="0"/>
          </a:p>
        </p:txBody>
      </p:sp>
      <p:sp>
        <p:nvSpPr>
          <p:cNvPr id="58" name="Text 30"/>
          <p:cNvSpPr txBox="1"/>
          <p:nvPr/>
        </p:nvSpPr>
        <p:spPr>
          <a:xfrm>
            <a:off x="11022256" y="3796613"/>
            <a:ext cx="459790" cy="15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PETRA</a:t>
            </a:r>
            <a:endParaRPr lang="en-US" sz="900" dirty="0"/>
          </a:p>
        </p:txBody>
      </p:sp>
      <p:sp>
        <p:nvSpPr>
          <p:cNvPr id="59" name="Text 31"/>
          <p:cNvSpPr txBox="1"/>
          <p:nvPr/>
        </p:nvSpPr>
        <p:spPr>
          <a:xfrm>
            <a:off x="11048045" y="3951093"/>
            <a:ext cx="408212" cy="27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Lồng cổ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3D</a:t>
            </a:r>
            <a:endParaRPr lang="en-US" sz="725" dirty="0"/>
          </a:p>
        </p:txBody>
      </p:sp>
      <p:sp>
        <p:nvSpPr>
          <p:cNvPr id="60" name="Text 32"/>
          <p:cNvSpPr txBox="1"/>
          <p:nvPr/>
        </p:nvSpPr>
        <p:spPr>
          <a:xfrm>
            <a:off x="10011035" y="5494742"/>
            <a:ext cx="659880" cy="15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</a:t>
            </a:r>
            <a:endParaRPr lang="en-US" sz="900" dirty="0"/>
          </a:p>
        </p:txBody>
      </p:sp>
      <p:sp>
        <p:nvSpPr>
          <p:cNvPr id="61" name="Text 33"/>
          <p:cNvSpPr txBox="1"/>
          <p:nvPr/>
        </p:nvSpPr>
        <p:spPr>
          <a:xfrm>
            <a:off x="9961945" y="5658795"/>
            <a:ext cx="758059" cy="13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Vít cuống sống</a:t>
            </a:r>
            <a:endParaRPr lang="en-US" sz="725" dirty="0"/>
          </a:p>
        </p:txBody>
      </p:sp>
      <p:sp>
        <p:nvSpPr>
          <p:cNvPr id="62" name="Text 34"/>
          <p:cNvSpPr txBox="1"/>
          <p:nvPr/>
        </p:nvSpPr>
        <p:spPr>
          <a:xfrm>
            <a:off x="10957185" y="5484233"/>
            <a:ext cx="659880" cy="30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GADGET</a:t>
            </a:r>
            <a:endParaRPr lang="en-US" sz="900" dirty="0"/>
          </a:p>
        </p:txBody>
      </p:sp>
      <p:sp>
        <p:nvSpPr>
          <p:cNvPr id="63" name="Text 35"/>
          <p:cNvSpPr txBox="1"/>
          <p:nvPr/>
        </p:nvSpPr>
        <p:spPr>
          <a:xfrm>
            <a:off x="11036255" y="5780588"/>
            <a:ext cx="501640" cy="27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Vít qua da</a:t>
            </a:r>
            <a:endParaRPr lang="en-US" sz="725" dirty="0"/>
          </a:p>
          <a:p>
            <a:pPr algn="ctr" indent="0" marL="0">
              <a:buNone/>
            </a:pPr>
            <a:r>
              <a:rPr lang="en-US" sz="72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xâm lấn</a:t>
            </a:r>
            <a:endParaRPr lang="en-US" sz="725" dirty="0"/>
          </a:p>
        </p:txBody>
      </p:sp>
      <p:sp>
        <p:nvSpPr>
          <p:cNvPr id="64" name="Text 36"/>
          <p:cNvSpPr txBox="1"/>
          <p:nvPr/>
        </p:nvSpPr>
        <p:spPr>
          <a:xfrm>
            <a:off x="11105753" y="6078220"/>
            <a:ext cx="362744" cy="16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Backdrop VOA - Thăng Long Quốc Tế</dc:title>
  <dc:subject>PptxGenJS Presentation</dc:subject>
  <dc:creator>PptxGenJS</dc:creator>
  <cp:lastModifiedBy>PptxGenJS</cp:lastModifiedBy>
  <cp:revision>1</cp:revision>
  <dcterms:created xsi:type="dcterms:W3CDTF">2026-09-28T20:29:58Z</dcterms:created>
  <dcterms:modified xsi:type="dcterms:W3CDTF">2026-09-28T20:29:58Z</dcterms:modified>
</cp:coreProperties>
</file>