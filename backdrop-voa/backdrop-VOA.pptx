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480" y="292104"/>
            <a:ext cx="821432" cy="812793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13" y="501652"/>
            <a:ext cx="2376488" cy="393695"/>
          </a:xfrm>
          <a:prstGeom prst="rect">
            <a:avLst/>
          </a:prstGeom>
        </p:spPr>
      </p:pic>
      <p:pic>
        <p:nvPicPr>
          <p:cNvPr id="4" name="Image 2" descr="Curex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00" y="1517662"/>
            <a:ext cx="1553666" cy="393676"/>
          </a:xfrm>
          <a:prstGeom prst="rect">
            <a:avLst/>
          </a:prstGeom>
        </p:spPr>
      </p:pic>
      <p:pic>
        <p:nvPicPr>
          <p:cNvPr id="5" name="Image 3" descr="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3595" y="1587509"/>
            <a:ext cx="358180" cy="253982"/>
          </a:xfrm>
          <a:prstGeom prst="rect">
            <a:avLst/>
          </a:prstGeom>
        </p:spPr>
      </p:pic>
      <p:pic>
        <p:nvPicPr>
          <p:cNvPr id="6" name="Image 4" descr="FD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6075" y="1587505"/>
            <a:ext cx="639862" cy="253991"/>
          </a:xfrm>
          <a:prstGeom prst="rect">
            <a:avLst/>
          </a:prstGeom>
        </p:spPr>
      </p:pic>
      <p:pic>
        <p:nvPicPr>
          <p:cNvPr id="7" name="Image 5" descr="CUVIS Sp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327" y="2286006"/>
            <a:ext cx="2059384" cy="469888"/>
          </a:xfrm>
          <a:prstGeom prst="rect">
            <a:avLst/>
          </a:prstGeom>
        </p:spPr>
      </p:pic>
      <p:pic>
        <p:nvPicPr>
          <p:cNvPr id="8" name="Image 6" descr="3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3263763"/>
            <a:ext cx="3043337" cy="2778993"/>
          </a:xfrm>
          <a:prstGeom prst="rect">
            <a:avLst/>
          </a:prstGeom>
        </p:spPr>
      </p:pic>
      <p:pic>
        <p:nvPicPr>
          <p:cNvPr id="9" name="Image 7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4737" y="1473212"/>
            <a:ext cx="1142702" cy="482575"/>
          </a:xfrm>
          <a:prstGeom prst="rect">
            <a:avLst/>
          </a:prstGeom>
        </p:spPr>
      </p:pic>
      <p:pic>
        <p:nvPicPr>
          <p:cNvPr id="10" name="Image 8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3852" y="1587505"/>
            <a:ext cx="639862" cy="253991"/>
          </a:xfrm>
          <a:prstGeom prst="rect">
            <a:avLst/>
          </a:prstGeom>
        </p:spPr>
      </p:pic>
      <p:pic>
        <p:nvPicPr>
          <p:cNvPr id="11" name="Image 9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8013" y="1587504"/>
            <a:ext cx="614660" cy="253992"/>
          </a:xfrm>
          <a:prstGeom prst="rect">
            <a:avLst/>
          </a:prstGeom>
        </p:spPr>
      </p:pic>
      <p:pic>
        <p:nvPicPr>
          <p:cNvPr id="12" name="Image 10" descr="BonG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3255" y="2539702"/>
            <a:ext cx="1320800" cy="330200"/>
          </a:xfrm>
          <a:prstGeom prst="rect">
            <a:avLst/>
          </a:prstGeom>
        </p:spPr>
      </p:pic>
      <p:pic>
        <p:nvPicPr>
          <p:cNvPr id="13" name="Image 11" descr="4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5866" y="2996909"/>
            <a:ext cx="2415679" cy="812787"/>
          </a:xfrm>
          <a:prstGeom prst="rect">
            <a:avLst/>
          </a:prstGeom>
        </p:spPr>
      </p:pic>
      <p:pic>
        <p:nvPicPr>
          <p:cNvPr id="14" name="Image 12" descr="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15991" y="4505028"/>
            <a:ext cx="1355427" cy="330198"/>
          </a:xfrm>
          <a:prstGeom prst="rect">
            <a:avLst/>
          </a:prstGeom>
        </p:spPr>
      </p:pic>
      <p:pic>
        <p:nvPicPr>
          <p:cNvPr id="15" name="Image 13" descr="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9452" y="4962231"/>
            <a:ext cx="2488505" cy="812792"/>
          </a:xfrm>
          <a:prstGeom prst="rect">
            <a:avLst/>
          </a:prstGeom>
        </p:spPr>
      </p:pic>
      <p:pic>
        <p:nvPicPr>
          <p:cNvPr id="16" name="Image 14" descr="Mantiz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1473" y="1517655"/>
            <a:ext cx="1602879" cy="393690"/>
          </a:xfrm>
          <a:prstGeom prst="rect">
            <a:avLst/>
          </a:prstGeom>
        </p:spPr>
      </p:pic>
      <p:pic>
        <p:nvPicPr>
          <p:cNvPr id="17" name="Image 15" descr="ISO 13485:2016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13020" y="1485910"/>
            <a:ext cx="425053" cy="457179"/>
          </a:xfrm>
          <a:prstGeom prst="rect">
            <a:avLst/>
          </a:prstGeom>
        </p:spPr>
      </p:pic>
      <p:pic>
        <p:nvPicPr>
          <p:cNvPr id="18" name="Image 16" descr="GM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52373" y="1485918"/>
            <a:ext cx="555327" cy="457163"/>
          </a:xfrm>
          <a:prstGeom prst="rect">
            <a:avLst/>
          </a:prstGeom>
        </p:spPr>
      </p:pic>
      <p:pic>
        <p:nvPicPr>
          <p:cNvPr id="19" name="Image 17" descr="2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19938" y="2342559"/>
            <a:ext cx="1265634" cy="342892"/>
          </a:xfrm>
          <a:prstGeom prst="rect">
            <a:avLst/>
          </a:prstGeom>
        </p:spPr>
      </p:pic>
      <p:pic>
        <p:nvPicPr>
          <p:cNvPr id="20" name="Image 18" descr="2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27255" y="2850555"/>
            <a:ext cx="869950" cy="647700"/>
          </a:xfrm>
          <a:prstGeom prst="rect">
            <a:avLst/>
          </a:prstGeom>
        </p:spPr>
      </p:pic>
      <p:pic>
        <p:nvPicPr>
          <p:cNvPr id="21" name="Image 19" descr="2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60705" y="2898180"/>
            <a:ext cx="717550" cy="552450"/>
          </a:xfrm>
          <a:prstGeom prst="rect">
            <a:avLst/>
          </a:prstGeom>
        </p:spPr>
      </p:pic>
      <p:pic>
        <p:nvPicPr>
          <p:cNvPr id="22" name="Image 20" descr="27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5151" y="2342572"/>
            <a:ext cx="909737" cy="342866"/>
          </a:xfrm>
          <a:prstGeom prst="rect">
            <a:avLst/>
          </a:prstGeom>
        </p:spPr>
      </p:pic>
      <p:pic>
        <p:nvPicPr>
          <p:cNvPr id="23" name="Image 21" descr="28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68620" y="2939455"/>
            <a:ext cx="539750" cy="469900"/>
          </a:xfrm>
          <a:prstGeom prst="rect">
            <a:avLst/>
          </a:prstGeom>
        </p:spPr>
      </p:pic>
      <p:pic>
        <p:nvPicPr>
          <p:cNvPr id="24" name="Image 22" descr="2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671870" y="2888655"/>
            <a:ext cx="679450" cy="571500"/>
          </a:xfrm>
          <a:prstGeom prst="rect">
            <a:avLst/>
          </a:prstGeom>
        </p:spPr>
      </p:pic>
      <p:pic>
        <p:nvPicPr>
          <p:cNvPr id="25" name="Image 23" descr="30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17073" y="4457106"/>
            <a:ext cx="1071364" cy="279398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176944" y="4812705"/>
            <a:ext cx="751622" cy="825401"/>
          </a:xfrm>
          <a:prstGeom prst="rect">
            <a:avLst/>
          </a:prstGeom>
        </p:spPr>
      </p:pic>
      <p:pic>
        <p:nvPicPr>
          <p:cNvPr id="27" name="Image 25" descr="32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33608" y="4425355"/>
            <a:ext cx="1152723" cy="342899"/>
          </a:xfrm>
          <a:prstGeom prst="rect">
            <a:avLst/>
          </a:prstGeom>
        </p:spPr>
      </p:pic>
      <p:pic>
        <p:nvPicPr>
          <p:cNvPr id="28" name="Image 26" descr="3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47053" y="4844455"/>
            <a:ext cx="1125931" cy="825401"/>
          </a:xfrm>
          <a:prstGeom prst="rect">
            <a:avLst/>
          </a:prstGeom>
        </p:spPr>
      </p:pic>
      <p:sp>
        <p:nvSpPr>
          <p:cNvPr id="29" name="Text 0"/>
          <p:cNvSpPr txBox="1"/>
          <p:nvPr/>
        </p:nvSpPr>
        <p:spPr>
          <a:xfrm>
            <a:off x="444500" y="288290"/>
            <a:ext cx="483599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CHÀO MỪNG QUÝ ĐẠI BIỂU THAM DỰ</a:t>
            </a:r>
            <a:endParaRPr lang="en-US" sz="1300" dirty="0"/>
          </a:p>
        </p:txBody>
      </p:sp>
      <p:sp>
        <p:nvSpPr>
          <p:cNvPr id="30" name="Text 1"/>
          <p:cNvSpPr txBox="1"/>
          <p:nvPr/>
        </p:nvSpPr>
        <p:spPr>
          <a:xfrm>
            <a:off x="444500" y="446405"/>
            <a:ext cx="5514727" cy="701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</a:t>
            </a:r>
            <a:pPr algn="l" indent="0" marL="0">
              <a:buNone/>
            </a:pPr>
            <a:r>
              <a:rPr lang="en-US" sz="46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</a:t>
            </a:r>
            <a:endParaRPr lang="en-US" sz="4600" dirty="0"/>
          </a:p>
        </p:txBody>
      </p:sp>
      <p:sp>
        <p:nvSpPr>
          <p:cNvPr id="31" name="Text 2"/>
          <p:cNvSpPr txBox="1"/>
          <p:nvPr/>
        </p:nvSpPr>
        <p:spPr>
          <a:xfrm>
            <a:off x="411193" y="2886968"/>
            <a:ext cx="3287750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định vị phẫu thuật cột sống</a:t>
            </a:r>
            <a:endParaRPr lang="en-US" sz="1400" dirty="0"/>
          </a:p>
        </p:txBody>
      </p:sp>
      <p:sp>
        <p:nvSpPr>
          <p:cNvPr id="32" name="Text 3"/>
          <p:cNvSpPr txBox="1"/>
          <p:nvPr/>
        </p:nvSpPr>
        <p:spPr>
          <a:xfrm>
            <a:off x="3714223" y="2046605"/>
            <a:ext cx="3758964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50" kern="0" dirty="0">
                <a:solidFill>
                  <a:srgbClr val="C9F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NHÂN TẠO</a:t>
            </a:r>
            <a:endParaRPr lang="en-US" sz="1000" dirty="0"/>
          </a:p>
        </p:txBody>
      </p:sp>
      <p:sp>
        <p:nvSpPr>
          <p:cNvPr id="33" name="Text 4"/>
          <p:cNvSpPr txBox="1"/>
          <p:nvPr/>
        </p:nvSpPr>
        <p:spPr>
          <a:xfrm>
            <a:off x="4406799" y="3851870"/>
            <a:ext cx="2373713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 chỉnh hình</a:t>
            </a:r>
            <a:endParaRPr lang="en-US" sz="1400" dirty="0"/>
          </a:p>
        </p:txBody>
      </p:sp>
      <p:sp>
        <p:nvSpPr>
          <p:cNvPr id="34" name="Text 5"/>
          <p:cNvSpPr txBox="1"/>
          <p:nvPr/>
        </p:nvSpPr>
        <p:spPr>
          <a:xfrm>
            <a:off x="4833560" y="5817195"/>
            <a:ext cx="1520190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400" dirty="0"/>
          </a:p>
        </p:txBody>
      </p:sp>
      <p:sp>
        <p:nvSpPr>
          <p:cNvPr id="35" name="Text 6"/>
          <p:cNvSpPr txBox="1"/>
          <p:nvPr/>
        </p:nvSpPr>
        <p:spPr>
          <a:xfrm>
            <a:off x="7632498" y="3643551"/>
            <a:ext cx="1840516" cy="23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1300" dirty="0"/>
          </a:p>
        </p:txBody>
      </p:sp>
      <p:sp>
        <p:nvSpPr>
          <p:cNvPr id="36" name="Text 7"/>
          <p:cNvSpPr txBox="1"/>
          <p:nvPr/>
        </p:nvSpPr>
        <p:spPr>
          <a:xfrm>
            <a:off x="10087861" y="3643551"/>
            <a:ext cx="1244316" cy="23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1300" dirty="0"/>
          </a:p>
        </p:txBody>
      </p:sp>
      <p:sp>
        <p:nvSpPr>
          <p:cNvPr id="37" name="Text 8"/>
          <p:cNvSpPr txBox="1"/>
          <p:nvPr/>
        </p:nvSpPr>
        <p:spPr>
          <a:xfrm>
            <a:off x="7873088" y="5694601"/>
            <a:ext cx="1359235" cy="23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1300" dirty="0"/>
          </a:p>
        </p:txBody>
      </p:sp>
      <p:sp>
        <p:nvSpPr>
          <p:cNvPr id="38" name="Text 9"/>
          <p:cNvSpPr txBox="1"/>
          <p:nvPr/>
        </p:nvSpPr>
        <p:spPr>
          <a:xfrm>
            <a:off x="9800005" y="5726351"/>
            <a:ext cx="1819930" cy="23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1300" dirty="0"/>
          </a:p>
        </p:txBody>
      </p:sp>
      <p:sp>
        <p:nvSpPr>
          <p:cNvPr id="39" name="Text 10"/>
          <p:cNvSpPr txBox="1"/>
          <p:nvPr/>
        </p:nvSpPr>
        <p:spPr>
          <a:xfrm>
            <a:off x="4972348" y="6570345"/>
            <a:ext cx="72322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HỆ</a:t>
            </a:r>
            <a:endParaRPr lang="en-US" sz="1000" dirty="0"/>
          </a:p>
        </p:txBody>
      </p:sp>
      <p:sp>
        <p:nvSpPr>
          <p:cNvPr id="40" name="Text 11"/>
          <p:cNvSpPr txBox="1"/>
          <p:nvPr/>
        </p:nvSpPr>
        <p:spPr>
          <a:xfrm>
            <a:off x="5746452" y="6509385"/>
            <a:ext cx="167933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Hội nghị VOA</dc:title>
  <dc:subject>PptxGenJS Presentation</dc:subject>
  <dc:creator>PptxGenJS</dc:creator>
  <cp:lastModifiedBy>PptxGenJS</cp:lastModifiedBy>
  <cp:revision>1</cp:revision>
  <dcterms:created xsi:type="dcterms:W3CDTF">2026-09-25T04:30:08Z</dcterms:created>
  <dcterms:modified xsi:type="dcterms:W3CDTF">2026-09-25T04:30:08Z</dcterms:modified>
</cp:coreProperties>
</file>