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5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l_embl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5964" y="317513"/>
            <a:ext cx="757238" cy="749274"/>
          </a:xfrm>
          <a:prstGeom prst="rect">
            <a:avLst/>
          </a:prstGeom>
        </p:spPr>
      </p:pic>
      <p:pic>
        <p:nvPicPr>
          <p:cNvPr id="3" name="Image 1" descr="Dịch vụ Y Khoa Thăng Long Quốc T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4802" y="514353"/>
            <a:ext cx="2146498" cy="355595"/>
          </a:xfrm>
          <a:prstGeom prst="rect">
            <a:avLst/>
          </a:prstGeom>
        </p:spPr>
      </p:pic>
      <p:pic>
        <p:nvPicPr>
          <p:cNvPr id="4" name="Image 2" descr="Allge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1409714"/>
            <a:ext cx="1172766" cy="495272"/>
          </a:xfrm>
          <a:prstGeom prst="rect">
            <a:avLst/>
          </a:prstGeom>
        </p:spPr>
      </p:pic>
      <p:pic>
        <p:nvPicPr>
          <p:cNvPr id="5" name="Image 3" descr="FD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2845" y="1549417"/>
            <a:ext cx="543818" cy="215867"/>
          </a:xfrm>
          <a:prstGeom prst="rect">
            <a:avLst/>
          </a:prstGeom>
        </p:spPr>
      </p:pic>
      <p:pic>
        <p:nvPicPr>
          <p:cNvPr id="6" name="Image 4" descr="IS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5563" y="1549419"/>
            <a:ext cx="522387" cy="215862"/>
          </a:xfrm>
          <a:prstGeom prst="rect">
            <a:avLst/>
          </a:prstGeom>
        </p:spPr>
      </p:pic>
      <p:pic>
        <p:nvPicPr>
          <p:cNvPr id="7" name="Image 5" descr="BonGol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" y="3316089"/>
            <a:ext cx="1219200" cy="304800"/>
          </a:xfrm>
          <a:prstGeom prst="rect">
            <a:avLst/>
          </a:prstGeom>
        </p:spPr>
      </p:pic>
      <p:pic>
        <p:nvPicPr>
          <p:cNvPr id="8" name="Image 6" descr="4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3560" y="3190875"/>
            <a:ext cx="2971580" cy="999827"/>
          </a:xfrm>
          <a:prstGeom prst="rect">
            <a:avLst/>
          </a:prstGeom>
        </p:spPr>
      </p:pic>
      <p:pic>
        <p:nvPicPr>
          <p:cNvPr id="9" name="Image 7" descr="Skulhe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55926" y="4852494"/>
            <a:ext cx="1251148" cy="304794"/>
          </a:xfrm>
          <a:prstGeom prst="rect">
            <a:avLst/>
          </a:prstGeom>
        </p:spPr>
      </p:pic>
      <p:pic>
        <p:nvPicPr>
          <p:cNvPr id="10" name="Image 8" descr="36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584" y="4649788"/>
            <a:ext cx="2971532" cy="970558"/>
          </a:xfrm>
          <a:prstGeom prst="rect">
            <a:avLst/>
          </a:prstGeom>
        </p:spPr>
      </p:pic>
      <p:pic>
        <p:nvPicPr>
          <p:cNvPr id="11" name="Image 9" descr="Curex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1524003"/>
            <a:ext cx="1002407" cy="253995"/>
          </a:xfrm>
          <a:prstGeom prst="rect">
            <a:avLst/>
          </a:prstGeom>
        </p:spPr>
      </p:pic>
      <p:pic>
        <p:nvPicPr>
          <p:cNvPr id="12" name="Image 10" descr="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3607" y="1568473"/>
            <a:ext cx="232767" cy="165053"/>
          </a:xfrm>
          <a:prstGeom prst="rect">
            <a:avLst/>
          </a:prstGeom>
        </p:spPr>
      </p:pic>
      <p:pic>
        <p:nvPicPr>
          <p:cNvPr id="13" name="Image 11" descr="FDA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77174" y="1568450"/>
            <a:ext cx="415925" cy="165100"/>
          </a:xfrm>
          <a:prstGeom prst="rect">
            <a:avLst/>
          </a:prstGeom>
        </p:spPr>
      </p:pic>
      <p:pic>
        <p:nvPicPr>
          <p:cNvPr id="14" name="Image 12" descr="Mantiz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7974" y="1524010"/>
            <a:ext cx="1034058" cy="253979"/>
          </a:xfrm>
          <a:prstGeom prst="rect">
            <a:avLst/>
          </a:prstGeom>
        </p:spPr>
      </p:pic>
      <p:pic>
        <p:nvPicPr>
          <p:cNvPr id="15" name="Image 13" descr="ISO 13485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20932" y="1504957"/>
            <a:ext cx="271562" cy="292087"/>
          </a:xfrm>
          <a:prstGeom prst="rect">
            <a:avLst/>
          </a:prstGeom>
        </p:spPr>
      </p:pic>
      <p:pic>
        <p:nvPicPr>
          <p:cNvPr id="16" name="Image 14" descr="G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843294" y="1504956"/>
            <a:ext cx="354806" cy="292088"/>
          </a:xfrm>
          <a:prstGeom prst="rect">
            <a:avLst/>
          </a:prstGeom>
        </p:spPr>
      </p:pic>
      <p:pic>
        <p:nvPicPr>
          <p:cNvPr id="17" name="Image 15" descr="CUVIS Spin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80621" y="2419358"/>
            <a:ext cx="1224459" cy="279384"/>
          </a:xfrm>
          <a:prstGeom prst="rect">
            <a:avLst/>
          </a:prstGeom>
        </p:spPr>
      </p:pic>
      <p:pic>
        <p:nvPicPr>
          <p:cNvPr id="18" name="Image 16" descr="37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76900" y="3393424"/>
            <a:ext cx="2032000" cy="1855501"/>
          </a:xfrm>
          <a:prstGeom prst="rect">
            <a:avLst/>
          </a:prstGeom>
        </p:spPr>
      </p:pic>
      <p:pic>
        <p:nvPicPr>
          <p:cNvPr id="19" name="Image 17" descr="2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36908" y="2969121"/>
            <a:ext cx="279989" cy="208459"/>
          </a:xfrm>
          <a:prstGeom prst="rect">
            <a:avLst/>
          </a:prstGeom>
        </p:spPr>
      </p:pic>
      <p:pic>
        <p:nvPicPr>
          <p:cNvPr id="20" name="Image 18" descr="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29644" y="2965648"/>
            <a:ext cx="279906" cy="215503"/>
          </a:xfrm>
          <a:prstGeom prst="rect">
            <a:avLst/>
          </a:prstGeom>
        </p:spPr>
      </p:pic>
      <p:pic>
        <p:nvPicPr>
          <p:cNvPr id="21" name="Image 19" descr="28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936950" y="3523059"/>
            <a:ext cx="279904" cy="243681"/>
          </a:xfrm>
          <a:prstGeom prst="rect">
            <a:avLst/>
          </a:prstGeom>
        </p:spPr>
      </p:pic>
      <p:pic>
        <p:nvPicPr>
          <p:cNvPr id="22" name="Image 20" descr="29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229638" y="3527127"/>
            <a:ext cx="279919" cy="235446"/>
          </a:xfrm>
          <a:prstGeom prst="rect">
            <a:avLst/>
          </a:prstGeom>
        </p:spPr>
      </p:pic>
      <p:pic>
        <p:nvPicPr>
          <p:cNvPr id="23" name="Image 21" descr="3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31859" y="4121150"/>
            <a:ext cx="369983" cy="406301"/>
          </a:xfrm>
          <a:prstGeom prst="rect">
            <a:avLst/>
          </a:prstGeom>
        </p:spPr>
      </p:pic>
      <p:pic>
        <p:nvPicPr>
          <p:cNvPr id="24" name="Image 22" descr="33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939732" y="4730750"/>
            <a:ext cx="554236" cy="406301"/>
          </a:xfrm>
          <a:prstGeom prst="rect">
            <a:avLst/>
          </a:prstGeom>
        </p:spPr>
      </p:pic>
      <p:pic>
        <p:nvPicPr>
          <p:cNvPr id="25" name="Image 23" descr="QR Zalo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718800" y="2205038"/>
            <a:ext cx="927100" cy="927100"/>
          </a:xfrm>
          <a:prstGeom prst="rect">
            <a:avLst/>
          </a:prstGeom>
        </p:spPr>
      </p:pic>
      <p:pic>
        <p:nvPicPr>
          <p:cNvPr id="26" name="Image 24" descr="QR TikTok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718800" y="3360738"/>
            <a:ext cx="927100" cy="927100"/>
          </a:xfrm>
          <a:prstGeom prst="rect">
            <a:avLst/>
          </a:prstGeom>
        </p:spPr>
      </p:pic>
      <p:pic>
        <p:nvPicPr>
          <p:cNvPr id="27" name="Image 25" descr="QR Instagram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18800" y="4516438"/>
            <a:ext cx="927100" cy="927100"/>
          </a:xfrm>
          <a:prstGeom prst="rect">
            <a:avLst/>
          </a:prstGeom>
        </p:spPr>
      </p:pic>
      <p:sp>
        <p:nvSpPr>
          <p:cNvPr id="28" name="Text 0"/>
          <p:cNvSpPr txBox="1"/>
          <p:nvPr/>
        </p:nvSpPr>
        <p:spPr>
          <a:xfrm>
            <a:off x="355600" y="273594"/>
            <a:ext cx="6341251" cy="525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TIÊN TIẾN</a:t>
            </a:r>
            <a:endParaRPr lang="en-US" sz="3500" dirty="0"/>
          </a:p>
        </p:txBody>
      </p:sp>
      <p:sp>
        <p:nvSpPr>
          <p:cNvPr id="29" name="Text 1"/>
          <p:cNvSpPr txBox="1"/>
          <p:nvPr/>
        </p:nvSpPr>
        <p:spPr>
          <a:xfrm>
            <a:off x="355600" y="806879"/>
            <a:ext cx="6341251" cy="287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Phẫu thuật Cột sống &amp; Chấn thương Chỉnh hình</a:t>
            </a:r>
            <a:endParaRPr lang="en-US" sz="1700" dirty="0"/>
          </a:p>
        </p:txBody>
      </p:sp>
      <p:sp>
        <p:nvSpPr>
          <p:cNvPr id="30" name="Text 2"/>
          <p:cNvSpPr txBox="1"/>
          <p:nvPr/>
        </p:nvSpPr>
        <p:spPr>
          <a:xfrm>
            <a:off x="228854" y="2088134"/>
            <a:ext cx="526999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150" dirty="0"/>
          </a:p>
        </p:txBody>
      </p:sp>
      <p:sp>
        <p:nvSpPr>
          <p:cNvPr id="31" name="Text 3"/>
          <p:cNvSpPr txBox="1"/>
          <p:nvPr/>
        </p:nvSpPr>
        <p:spPr>
          <a:xfrm>
            <a:off x="1525885" y="2329688"/>
            <a:ext cx="3368963" cy="287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7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700" dirty="0"/>
          </a:p>
        </p:txBody>
      </p:sp>
      <p:sp>
        <p:nvSpPr>
          <p:cNvPr id="32" name="Text 4"/>
          <p:cNvSpPr txBox="1"/>
          <p:nvPr/>
        </p:nvSpPr>
        <p:spPr>
          <a:xfrm>
            <a:off x="1165423" y="2640838"/>
            <a:ext cx="4190815" cy="287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7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700" dirty="0"/>
          </a:p>
        </p:txBody>
      </p:sp>
      <p:sp>
        <p:nvSpPr>
          <p:cNvPr id="33" name="Text 5"/>
          <p:cNvSpPr txBox="1"/>
          <p:nvPr/>
        </p:nvSpPr>
        <p:spPr>
          <a:xfrm>
            <a:off x="769003" y="3718425"/>
            <a:ext cx="1154394" cy="427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50" dirty="0"/>
          </a:p>
        </p:txBody>
      </p:sp>
      <p:sp>
        <p:nvSpPr>
          <p:cNvPr id="34" name="Text 6"/>
          <p:cNvSpPr txBox="1"/>
          <p:nvPr/>
        </p:nvSpPr>
        <p:spPr>
          <a:xfrm>
            <a:off x="3702844" y="5269559"/>
            <a:ext cx="1357313" cy="213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50" dirty="0"/>
          </a:p>
        </p:txBody>
      </p:sp>
      <p:sp>
        <p:nvSpPr>
          <p:cNvPr id="35" name="Text 7"/>
          <p:cNvSpPr txBox="1"/>
          <p:nvPr/>
        </p:nvSpPr>
        <p:spPr>
          <a:xfrm>
            <a:off x="521253" y="5982835"/>
            <a:ext cx="1645628" cy="251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50" dirty="0"/>
          </a:p>
        </p:txBody>
      </p:sp>
      <p:sp>
        <p:nvSpPr>
          <p:cNvPr id="36" name="Text 8"/>
          <p:cNvSpPr txBox="1"/>
          <p:nvPr/>
        </p:nvSpPr>
        <p:spPr>
          <a:xfrm>
            <a:off x="521253" y="6225540"/>
            <a:ext cx="1645628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50" dirty="0"/>
          </a:p>
        </p:txBody>
      </p:sp>
      <p:sp>
        <p:nvSpPr>
          <p:cNvPr id="37" name="Text 9"/>
          <p:cNvSpPr txBox="1"/>
          <p:nvPr/>
        </p:nvSpPr>
        <p:spPr>
          <a:xfrm>
            <a:off x="2047781" y="5982835"/>
            <a:ext cx="1638389" cy="251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50" dirty="0"/>
          </a:p>
        </p:txBody>
      </p:sp>
      <p:sp>
        <p:nvSpPr>
          <p:cNvPr id="38" name="Text 10"/>
          <p:cNvSpPr txBox="1"/>
          <p:nvPr/>
        </p:nvSpPr>
        <p:spPr>
          <a:xfrm>
            <a:off x="2047781" y="6225540"/>
            <a:ext cx="1638389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50" dirty="0"/>
          </a:p>
        </p:txBody>
      </p:sp>
      <p:sp>
        <p:nvSpPr>
          <p:cNvPr id="39" name="Text 11"/>
          <p:cNvSpPr txBox="1"/>
          <p:nvPr/>
        </p:nvSpPr>
        <p:spPr>
          <a:xfrm>
            <a:off x="3567514" y="5982835"/>
            <a:ext cx="1638389" cy="251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50" dirty="0"/>
          </a:p>
        </p:txBody>
      </p:sp>
      <p:sp>
        <p:nvSpPr>
          <p:cNvPr id="40" name="Text 12"/>
          <p:cNvSpPr txBox="1"/>
          <p:nvPr/>
        </p:nvSpPr>
        <p:spPr>
          <a:xfrm>
            <a:off x="3567514" y="6225540"/>
            <a:ext cx="1638389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50" dirty="0"/>
          </a:p>
        </p:txBody>
      </p:sp>
      <p:sp>
        <p:nvSpPr>
          <p:cNvPr id="41" name="Text 13"/>
          <p:cNvSpPr txBox="1"/>
          <p:nvPr/>
        </p:nvSpPr>
        <p:spPr>
          <a:xfrm>
            <a:off x="5358638" y="2080768"/>
            <a:ext cx="5183124" cy="213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 PHẪU THUẬT CỘT SỐNG</a:t>
            </a:r>
            <a:endParaRPr lang="en-US" sz="1250" dirty="0"/>
          </a:p>
        </p:txBody>
      </p:sp>
      <p:sp>
        <p:nvSpPr>
          <p:cNvPr id="42" name="Text 14"/>
          <p:cNvSpPr txBox="1"/>
          <p:nvPr/>
        </p:nvSpPr>
        <p:spPr>
          <a:xfrm>
            <a:off x="5892800" y="5891657"/>
            <a:ext cx="1071711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900" dirty="0"/>
          </a:p>
        </p:txBody>
      </p:sp>
      <p:sp>
        <p:nvSpPr>
          <p:cNvPr id="43" name="Text 15"/>
          <p:cNvSpPr txBox="1"/>
          <p:nvPr/>
        </p:nvSpPr>
        <p:spPr>
          <a:xfrm>
            <a:off x="5892800" y="6101207"/>
            <a:ext cx="1381405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900" dirty="0"/>
          </a:p>
        </p:txBody>
      </p:sp>
      <p:sp>
        <p:nvSpPr>
          <p:cNvPr id="44" name="Text 16"/>
          <p:cNvSpPr txBox="1"/>
          <p:nvPr/>
        </p:nvSpPr>
        <p:spPr>
          <a:xfrm>
            <a:off x="5892800" y="6310757"/>
            <a:ext cx="1969121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 quy trình phẫu thuật</a:t>
            </a:r>
            <a:endParaRPr lang="en-US" sz="900" dirty="0"/>
          </a:p>
        </p:txBody>
      </p:sp>
      <p:sp>
        <p:nvSpPr>
          <p:cNvPr id="45" name="Text 17"/>
          <p:cNvSpPr txBox="1"/>
          <p:nvPr/>
        </p:nvSpPr>
        <p:spPr>
          <a:xfrm>
            <a:off x="7893050" y="2425700"/>
            <a:ext cx="120024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750" dirty="0"/>
          </a:p>
        </p:txBody>
      </p:sp>
      <p:sp>
        <p:nvSpPr>
          <p:cNvPr id="46" name="Text 18"/>
          <p:cNvSpPr txBox="1"/>
          <p:nvPr/>
        </p:nvSpPr>
        <p:spPr>
          <a:xfrm>
            <a:off x="7893050" y="2625090"/>
            <a:ext cx="2562606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 tích hợp xương</a:t>
            </a:r>
            <a:endParaRPr lang="en-US" sz="850" dirty="0"/>
          </a:p>
        </p:txBody>
      </p:sp>
      <p:sp>
        <p:nvSpPr>
          <p:cNvPr id="47" name="Text 19"/>
          <p:cNvSpPr txBox="1"/>
          <p:nvPr/>
        </p:nvSpPr>
        <p:spPr>
          <a:xfrm>
            <a:off x="8642350" y="2915158"/>
            <a:ext cx="1203371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1050" dirty="0"/>
          </a:p>
        </p:txBody>
      </p:sp>
      <p:sp>
        <p:nvSpPr>
          <p:cNvPr id="48" name="Text 20"/>
          <p:cNvSpPr txBox="1"/>
          <p:nvPr/>
        </p:nvSpPr>
        <p:spPr>
          <a:xfrm>
            <a:off x="8642350" y="3082290"/>
            <a:ext cx="1203371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 in 3D</a:t>
            </a:r>
            <a:endParaRPr lang="en-US" sz="850" dirty="0"/>
          </a:p>
        </p:txBody>
      </p:sp>
      <p:sp>
        <p:nvSpPr>
          <p:cNvPr id="49" name="Text 21"/>
          <p:cNvSpPr txBox="1"/>
          <p:nvPr/>
        </p:nvSpPr>
        <p:spPr>
          <a:xfrm>
            <a:off x="8642350" y="3486658"/>
            <a:ext cx="8135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1050" dirty="0"/>
          </a:p>
        </p:txBody>
      </p:sp>
      <p:sp>
        <p:nvSpPr>
          <p:cNvPr id="50" name="Text 22"/>
          <p:cNvSpPr txBox="1"/>
          <p:nvPr/>
        </p:nvSpPr>
        <p:spPr>
          <a:xfrm>
            <a:off x="8642350" y="3653790"/>
            <a:ext cx="813596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 in 3D</a:t>
            </a:r>
            <a:endParaRPr lang="en-US" sz="850" dirty="0"/>
          </a:p>
        </p:txBody>
      </p:sp>
      <p:sp>
        <p:nvSpPr>
          <p:cNvPr id="51" name="Text 23"/>
          <p:cNvSpPr txBox="1"/>
          <p:nvPr/>
        </p:nvSpPr>
        <p:spPr>
          <a:xfrm>
            <a:off x="8636000" y="4166108"/>
            <a:ext cx="888813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050" dirty="0"/>
          </a:p>
        </p:txBody>
      </p:sp>
      <p:sp>
        <p:nvSpPr>
          <p:cNvPr id="52" name="Text 24"/>
          <p:cNvSpPr txBox="1"/>
          <p:nvPr/>
        </p:nvSpPr>
        <p:spPr>
          <a:xfrm>
            <a:off x="8636000" y="4333240"/>
            <a:ext cx="888813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850" dirty="0"/>
          </a:p>
        </p:txBody>
      </p:sp>
      <p:sp>
        <p:nvSpPr>
          <p:cNvPr id="53" name="Text 25"/>
          <p:cNvSpPr txBox="1"/>
          <p:nvPr/>
        </p:nvSpPr>
        <p:spPr>
          <a:xfrm>
            <a:off x="8636000" y="4775708"/>
            <a:ext cx="1600045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GADGET</a:t>
            </a:r>
            <a:endParaRPr lang="en-US" sz="1050" dirty="0"/>
          </a:p>
        </p:txBody>
      </p:sp>
      <p:sp>
        <p:nvSpPr>
          <p:cNvPr id="54" name="Text 26"/>
          <p:cNvSpPr txBox="1"/>
          <p:nvPr/>
        </p:nvSpPr>
        <p:spPr>
          <a:xfrm>
            <a:off x="8636000" y="4942840"/>
            <a:ext cx="1600045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 · Ít xâm lấn (MIS)</a:t>
            </a:r>
            <a:endParaRPr lang="en-US" sz="850" dirty="0"/>
          </a:p>
        </p:txBody>
      </p:sp>
      <p:sp>
        <p:nvSpPr>
          <p:cNvPr id="55" name="Text 27"/>
          <p:cNvSpPr txBox="1"/>
          <p:nvPr/>
        </p:nvSpPr>
        <p:spPr>
          <a:xfrm>
            <a:off x="10559577" y="1803082"/>
            <a:ext cx="1245447" cy="349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CHÚNG TÔI</a:t>
            </a:r>
            <a:endParaRPr lang="en-US" sz="950" dirty="0"/>
          </a:p>
        </p:txBody>
      </p:sp>
      <p:sp>
        <p:nvSpPr>
          <p:cNvPr id="56" name="Text 28"/>
          <p:cNvSpPr txBox="1"/>
          <p:nvPr/>
        </p:nvSpPr>
        <p:spPr>
          <a:xfrm>
            <a:off x="11071324" y="3147378"/>
            <a:ext cx="253026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850" dirty="0"/>
          </a:p>
        </p:txBody>
      </p:sp>
      <p:sp>
        <p:nvSpPr>
          <p:cNvPr id="57" name="Text 29"/>
          <p:cNvSpPr txBox="1"/>
          <p:nvPr/>
        </p:nvSpPr>
        <p:spPr>
          <a:xfrm>
            <a:off x="11013380" y="4303078"/>
            <a:ext cx="385251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850" dirty="0"/>
          </a:p>
        </p:txBody>
      </p:sp>
      <p:sp>
        <p:nvSpPr>
          <p:cNvPr id="58" name="Text 30"/>
          <p:cNvSpPr txBox="1"/>
          <p:nvPr/>
        </p:nvSpPr>
        <p:spPr>
          <a:xfrm>
            <a:off x="10924381" y="5458778"/>
            <a:ext cx="588169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850" dirty="0"/>
          </a:p>
        </p:txBody>
      </p:sp>
      <p:sp>
        <p:nvSpPr>
          <p:cNvPr id="59" name="Text 31"/>
          <p:cNvSpPr txBox="1"/>
          <p:nvPr/>
        </p:nvSpPr>
        <p:spPr>
          <a:xfrm>
            <a:off x="10552557" y="5791010"/>
            <a:ext cx="1259586" cy="117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5B6B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HOTLINE</a:t>
            </a:r>
            <a:endParaRPr lang="en-US" sz="700" dirty="0"/>
          </a:p>
        </p:txBody>
      </p:sp>
      <p:sp>
        <p:nvSpPr>
          <p:cNvPr id="60" name="Text 32"/>
          <p:cNvSpPr txBox="1"/>
          <p:nvPr/>
        </p:nvSpPr>
        <p:spPr>
          <a:xfrm>
            <a:off x="10552557" y="5886005"/>
            <a:ext cx="1259586" cy="213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2026-09-28T19:41:59Z</dcterms:created>
  <dcterms:modified xsi:type="dcterms:W3CDTF">2026-09-28T19:41:59Z</dcterms:modified>
</cp:coreProperties>
</file>