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480" y="292104"/>
            <a:ext cx="821432" cy="812793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13" y="501652"/>
            <a:ext cx="2376488" cy="393695"/>
          </a:xfrm>
          <a:prstGeom prst="rect">
            <a:avLst/>
          </a:prstGeom>
        </p:spPr>
      </p:pic>
      <p:pic>
        <p:nvPicPr>
          <p:cNvPr id="4" name="Image 2" descr="Curex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752607"/>
            <a:ext cx="1102618" cy="279387"/>
          </a:xfrm>
          <a:prstGeom prst="rect">
            <a:avLst/>
          </a:prstGeom>
        </p:spPr>
      </p:pic>
      <p:pic>
        <p:nvPicPr>
          <p:cNvPr id="5" name="Image 3" descr="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801" y="1803406"/>
            <a:ext cx="250726" cy="177787"/>
          </a:xfrm>
          <a:prstGeom prst="rect">
            <a:avLst/>
          </a:prstGeom>
        </p:spPr>
      </p:pic>
      <p:pic>
        <p:nvPicPr>
          <p:cNvPr id="6" name="Image 4" descr="FD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0727" y="1803409"/>
            <a:ext cx="447873" cy="177782"/>
          </a:xfrm>
          <a:prstGeom prst="rect">
            <a:avLst/>
          </a:prstGeom>
        </p:spPr>
      </p:pic>
      <p:pic>
        <p:nvPicPr>
          <p:cNvPr id="7" name="Image 5" descr="CUVIS Sp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736" y="2400307"/>
            <a:ext cx="1558429" cy="355585"/>
          </a:xfrm>
          <a:prstGeom prst="rect">
            <a:avLst/>
          </a:prstGeom>
        </p:spPr>
      </p:pic>
      <p:pic>
        <p:nvPicPr>
          <p:cNvPr id="8" name="Image 6" descr="3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698441"/>
            <a:ext cx="2286000" cy="2087439"/>
          </a:xfrm>
          <a:prstGeom prst="rect">
            <a:avLst/>
          </a:prstGeom>
        </p:spPr>
      </p:pic>
      <p:pic>
        <p:nvPicPr>
          <p:cNvPr id="9" name="Image 7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950" y="1403365"/>
            <a:ext cx="1503561" cy="634970"/>
          </a:xfrm>
          <a:prstGeom prst="rect">
            <a:avLst/>
          </a:prstGeom>
        </p:spPr>
      </p:pic>
      <p:pic>
        <p:nvPicPr>
          <p:cNvPr id="10" name="Image 8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6598" y="1562111"/>
            <a:ext cx="799802" cy="317479"/>
          </a:xfrm>
          <a:prstGeom prst="rect">
            <a:avLst/>
          </a:prstGeom>
        </p:spPr>
      </p:pic>
      <p:pic>
        <p:nvPicPr>
          <p:cNvPr id="11" name="Image 9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0700" y="1562100"/>
            <a:ext cx="768350" cy="317500"/>
          </a:xfrm>
          <a:prstGeom prst="rect">
            <a:avLst/>
          </a:prstGeom>
        </p:spPr>
      </p:pic>
      <p:pic>
        <p:nvPicPr>
          <p:cNvPr id="12" name="Image 10" descr="BonG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90900" y="2858790"/>
            <a:ext cx="1676400" cy="419100"/>
          </a:xfrm>
          <a:prstGeom prst="rect">
            <a:avLst/>
          </a:prstGeom>
        </p:spPr>
      </p:pic>
      <p:pic>
        <p:nvPicPr>
          <p:cNvPr id="13" name="Image 11" descr="4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3416" y="2723952"/>
            <a:ext cx="3670168" cy="1234877"/>
          </a:xfrm>
          <a:prstGeom prst="rect">
            <a:avLst/>
          </a:prstGeom>
        </p:spPr>
      </p:pic>
      <p:pic>
        <p:nvPicPr>
          <p:cNvPr id="14" name="Image 12" descr="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2773" y="4448870"/>
            <a:ext cx="1720354" cy="419098"/>
          </a:xfrm>
          <a:prstGeom prst="rect">
            <a:avLst/>
          </a:prstGeom>
        </p:spPr>
      </p:pic>
      <p:pic>
        <p:nvPicPr>
          <p:cNvPr id="15" name="Image 13" descr="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8392" y="4217789"/>
            <a:ext cx="3670215" cy="1198761"/>
          </a:xfrm>
          <a:prstGeom prst="rect">
            <a:avLst/>
          </a:prstGeom>
        </p:spPr>
      </p:pic>
      <p:pic>
        <p:nvPicPr>
          <p:cNvPr id="16" name="Image 14" descr="Mantiz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23400" y="1758950"/>
            <a:ext cx="1085850" cy="266700"/>
          </a:xfrm>
          <a:prstGeom prst="rect">
            <a:avLst/>
          </a:prstGeom>
        </p:spPr>
      </p:pic>
      <p:pic>
        <p:nvPicPr>
          <p:cNvPr id="17" name="Image 15" descr="ISO 13485:2016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7075" y="1727207"/>
            <a:ext cx="306983" cy="330185"/>
          </a:xfrm>
          <a:prstGeom prst="rect">
            <a:avLst/>
          </a:prstGeom>
        </p:spPr>
      </p:pic>
      <p:pic>
        <p:nvPicPr>
          <p:cNvPr id="18" name="Image 16" descr="GM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57558" y="1727225"/>
            <a:ext cx="401042" cy="330151"/>
          </a:xfrm>
          <a:prstGeom prst="rect">
            <a:avLst/>
          </a:prstGeom>
        </p:spPr>
      </p:pic>
      <p:sp>
        <p:nvSpPr>
          <p:cNvPr id="19" name="Text 0"/>
          <p:cNvSpPr txBox="1"/>
          <p:nvPr/>
        </p:nvSpPr>
        <p:spPr>
          <a:xfrm>
            <a:off x="444500" y="288290"/>
            <a:ext cx="483599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CHÀO MỪNG QUÝ ĐẠI BIỂU THAM DỰ</a:t>
            </a:r>
            <a:endParaRPr lang="en-US" sz="1300" dirty="0"/>
          </a:p>
        </p:txBody>
      </p:sp>
      <p:sp>
        <p:nvSpPr>
          <p:cNvPr id="20" name="Text 1"/>
          <p:cNvSpPr txBox="1"/>
          <p:nvPr/>
        </p:nvSpPr>
        <p:spPr>
          <a:xfrm>
            <a:off x="444500" y="446405"/>
            <a:ext cx="5514727" cy="701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</a:t>
            </a:r>
            <a:pPr algn="l" indent="0" marL="0">
              <a:buNone/>
            </a:pPr>
            <a:r>
              <a:rPr lang="en-US" sz="46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</a:t>
            </a:r>
            <a:endParaRPr lang="en-US" sz="4600" dirty="0"/>
          </a:p>
        </p:txBody>
      </p:sp>
      <p:sp>
        <p:nvSpPr>
          <p:cNvPr id="21" name="Text 2"/>
          <p:cNvSpPr txBox="1"/>
          <p:nvPr/>
        </p:nvSpPr>
        <p:spPr>
          <a:xfrm>
            <a:off x="821003" y="2871728"/>
            <a:ext cx="1659993" cy="43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định vị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200" dirty="0"/>
          </a:p>
        </p:txBody>
      </p:sp>
      <p:sp>
        <p:nvSpPr>
          <p:cNvPr id="22" name="Text 3"/>
          <p:cNvSpPr txBox="1"/>
          <p:nvPr/>
        </p:nvSpPr>
        <p:spPr>
          <a:xfrm>
            <a:off x="2729865" y="2112010"/>
            <a:ext cx="673227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D8F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NHÂN TẠO COLLAGEN KHOÁNG HÓA</a:t>
            </a:r>
            <a:endParaRPr lang="en-US" sz="1200" dirty="0"/>
          </a:p>
        </p:txBody>
      </p:sp>
      <p:sp>
        <p:nvSpPr>
          <p:cNvPr id="23" name="Text 4"/>
          <p:cNvSpPr txBox="1"/>
          <p:nvPr/>
        </p:nvSpPr>
        <p:spPr>
          <a:xfrm>
            <a:off x="2729865" y="2428240"/>
            <a:ext cx="673227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cấu trúc nano của xương tự nhiên</a:t>
            </a:r>
            <a:endParaRPr lang="en-US" sz="1100" dirty="0"/>
          </a:p>
        </p:txBody>
      </p:sp>
      <p:sp>
        <p:nvSpPr>
          <p:cNvPr id="24" name="Text 5"/>
          <p:cNvSpPr txBox="1"/>
          <p:nvPr/>
        </p:nvSpPr>
        <p:spPr>
          <a:xfrm>
            <a:off x="3536425" y="3384570"/>
            <a:ext cx="13852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500" dirty="0"/>
          </a:p>
        </p:txBody>
      </p:sp>
      <p:sp>
        <p:nvSpPr>
          <p:cNvPr id="25" name="Text 6"/>
          <p:cNvSpPr txBox="1"/>
          <p:nvPr/>
        </p:nvSpPr>
        <p:spPr>
          <a:xfrm>
            <a:off x="7148513" y="4997510"/>
            <a:ext cx="1628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500" dirty="0"/>
          </a:p>
        </p:txBody>
      </p:sp>
      <p:sp>
        <p:nvSpPr>
          <p:cNvPr id="26" name="Text 7"/>
          <p:cNvSpPr txBox="1"/>
          <p:nvPr/>
        </p:nvSpPr>
        <p:spPr>
          <a:xfrm>
            <a:off x="3253645" y="5608915"/>
            <a:ext cx="1407986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600" dirty="0"/>
          </a:p>
        </p:txBody>
      </p:sp>
      <p:sp>
        <p:nvSpPr>
          <p:cNvPr id="27" name="Text 8"/>
          <p:cNvSpPr txBox="1"/>
          <p:nvPr/>
        </p:nvSpPr>
        <p:spPr>
          <a:xfrm>
            <a:off x="3253645" y="5867400"/>
            <a:ext cx="1407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50" dirty="0"/>
          </a:p>
        </p:txBody>
      </p:sp>
      <p:sp>
        <p:nvSpPr>
          <p:cNvPr id="28" name="Text 9"/>
          <p:cNvSpPr txBox="1"/>
          <p:nvPr/>
        </p:nvSpPr>
        <p:spPr>
          <a:xfrm>
            <a:off x="4679220" y="5608915"/>
            <a:ext cx="1407986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600" dirty="0"/>
          </a:p>
        </p:txBody>
      </p:sp>
      <p:sp>
        <p:nvSpPr>
          <p:cNvPr id="29" name="Text 10"/>
          <p:cNvSpPr txBox="1"/>
          <p:nvPr/>
        </p:nvSpPr>
        <p:spPr>
          <a:xfrm>
            <a:off x="4679220" y="5867400"/>
            <a:ext cx="1407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50" dirty="0"/>
          </a:p>
        </p:txBody>
      </p:sp>
      <p:sp>
        <p:nvSpPr>
          <p:cNvPr id="30" name="Text 11"/>
          <p:cNvSpPr txBox="1"/>
          <p:nvPr/>
        </p:nvSpPr>
        <p:spPr>
          <a:xfrm>
            <a:off x="6104795" y="5608915"/>
            <a:ext cx="1407986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6104795" y="5867400"/>
            <a:ext cx="1407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50" dirty="0"/>
          </a:p>
        </p:txBody>
      </p:sp>
      <p:sp>
        <p:nvSpPr>
          <p:cNvPr id="32" name="Text 13"/>
          <p:cNvSpPr txBox="1"/>
          <p:nvPr/>
        </p:nvSpPr>
        <p:spPr>
          <a:xfrm>
            <a:off x="7530370" y="5608915"/>
            <a:ext cx="1407986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510(k)</a:t>
            </a:r>
            <a:endParaRPr lang="en-US" sz="1600" dirty="0"/>
          </a:p>
        </p:txBody>
      </p:sp>
      <p:sp>
        <p:nvSpPr>
          <p:cNvPr id="33" name="Text 14"/>
          <p:cNvSpPr txBox="1"/>
          <p:nvPr/>
        </p:nvSpPr>
        <p:spPr>
          <a:xfrm>
            <a:off x="7530370" y="5867400"/>
            <a:ext cx="1407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</a:t>
            </a:r>
            <a:endParaRPr lang="en-US" sz="850" dirty="0"/>
          </a:p>
        </p:txBody>
      </p:sp>
      <p:sp>
        <p:nvSpPr>
          <p:cNvPr id="34" name="Text 15"/>
          <p:cNvSpPr txBox="1"/>
          <p:nvPr/>
        </p:nvSpPr>
        <p:spPr>
          <a:xfrm>
            <a:off x="9461500" y="2702560"/>
            <a:ext cx="246126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A5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CỘT SỐNG</a:t>
            </a:r>
            <a:endParaRPr lang="en-US" sz="1000" dirty="0"/>
          </a:p>
        </p:txBody>
      </p:sp>
      <p:sp>
        <p:nvSpPr>
          <p:cNvPr id="35" name="Text 16"/>
          <p:cNvSpPr txBox="1"/>
          <p:nvPr/>
        </p:nvSpPr>
        <p:spPr>
          <a:xfrm>
            <a:off x="9461500" y="3037840"/>
            <a:ext cx="24612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300" dirty="0"/>
          </a:p>
        </p:txBody>
      </p:sp>
      <p:sp>
        <p:nvSpPr>
          <p:cNvPr id="36" name="Text 17"/>
          <p:cNvSpPr txBox="1"/>
          <p:nvPr/>
        </p:nvSpPr>
        <p:spPr>
          <a:xfrm>
            <a:off x="9461500" y="3263265"/>
            <a:ext cx="246126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cột sống thắt lưng in 3D</a:t>
            </a:r>
            <a:endParaRPr lang="en-US" sz="1100" dirty="0"/>
          </a:p>
        </p:txBody>
      </p:sp>
      <p:sp>
        <p:nvSpPr>
          <p:cNvPr id="37" name="Text 18"/>
          <p:cNvSpPr txBox="1"/>
          <p:nvPr/>
        </p:nvSpPr>
        <p:spPr>
          <a:xfrm>
            <a:off x="9461500" y="3742690"/>
            <a:ext cx="24612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300" dirty="0"/>
          </a:p>
        </p:txBody>
      </p:sp>
      <p:sp>
        <p:nvSpPr>
          <p:cNvPr id="38" name="Text 19"/>
          <p:cNvSpPr txBox="1"/>
          <p:nvPr/>
        </p:nvSpPr>
        <p:spPr>
          <a:xfrm>
            <a:off x="9461500" y="3968115"/>
            <a:ext cx="246126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cột sống cổ in 3D</a:t>
            </a:r>
            <a:endParaRPr lang="en-US" sz="1100" dirty="0"/>
          </a:p>
        </p:txBody>
      </p:sp>
      <p:sp>
        <p:nvSpPr>
          <p:cNvPr id="39" name="Text 20"/>
          <p:cNvSpPr txBox="1"/>
          <p:nvPr/>
        </p:nvSpPr>
        <p:spPr>
          <a:xfrm>
            <a:off x="9461500" y="4447540"/>
            <a:ext cx="24612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300" dirty="0"/>
          </a:p>
        </p:txBody>
      </p:sp>
      <p:sp>
        <p:nvSpPr>
          <p:cNvPr id="40" name="Text 21"/>
          <p:cNvSpPr txBox="1"/>
          <p:nvPr/>
        </p:nvSpPr>
        <p:spPr>
          <a:xfrm>
            <a:off x="9461500" y="4672965"/>
            <a:ext cx="246126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1100" dirty="0"/>
          </a:p>
        </p:txBody>
      </p:sp>
      <p:sp>
        <p:nvSpPr>
          <p:cNvPr id="41" name="Text 22"/>
          <p:cNvSpPr txBox="1"/>
          <p:nvPr/>
        </p:nvSpPr>
        <p:spPr>
          <a:xfrm>
            <a:off x="9461500" y="5152390"/>
            <a:ext cx="24612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1300" dirty="0"/>
          </a:p>
        </p:txBody>
      </p:sp>
      <p:sp>
        <p:nvSpPr>
          <p:cNvPr id="42" name="Text 23"/>
          <p:cNvSpPr txBox="1"/>
          <p:nvPr/>
        </p:nvSpPr>
        <p:spPr>
          <a:xfrm>
            <a:off x="9461500" y="5377815"/>
            <a:ext cx="246126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1100" dirty="0"/>
          </a:p>
        </p:txBody>
      </p:sp>
      <p:sp>
        <p:nvSpPr>
          <p:cNvPr id="43" name="Text 24"/>
          <p:cNvSpPr txBox="1"/>
          <p:nvPr/>
        </p:nvSpPr>
        <p:spPr>
          <a:xfrm>
            <a:off x="4972348" y="6570345"/>
            <a:ext cx="72322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HỆ</a:t>
            </a:r>
            <a:endParaRPr lang="en-US" sz="1000" dirty="0"/>
          </a:p>
        </p:txBody>
      </p:sp>
      <p:sp>
        <p:nvSpPr>
          <p:cNvPr id="44" name="Text 25"/>
          <p:cNvSpPr txBox="1"/>
          <p:nvPr/>
        </p:nvSpPr>
        <p:spPr>
          <a:xfrm>
            <a:off x="5746452" y="6509385"/>
            <a:ext cx="167933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Hội nghị VOA</dc:title>
  <dc:subject>PptxGenJS Presentation</dc:subject>
  <dc:creator>PptxGenJS</dc:creator>
  <cp:lastModifiedBy>PptxGenJS</cp:lastModifiedBy>
  <cp:revision>1</cp:revision>
  <dcterms:created xsi:type="dcterms:W3CDTF">2026-09-25T05:16:39Z</dcterms:created>
  <dcterms:modified xsi:type="dcterms:W3CDTF">2026-09-25T05:16:39Z</dcterms:modified>
</cp:coreProperties>
</file>