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6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l_embl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480" y="292104"/>
            <a:ext cx="821432" cy="812793"/>
          </a:xfrm>
          <a:prstGeom prst="rect">
            <a:avLst/>
          </a:prstGeom>
        </p:spPr>
      </p:pic>
      <p:pic>
        <p:nvPicPr>
          <p:cNvPr id="3" name="Image 1" descr="Dịch vụ Y Khoa Thăng Long Quốc T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213" y="501652"/>
            <a:ext cx="2376488" cy="393695"/>
          </a:xfrm>
          <a:prstGeom prst="rect">
            <a:avLst/>
          </a:prstGeom>
        </p:spPr>
      </p:pic>
      <p:pic>
        <p:nvPicPr>
          <p:cNvPr id="4" name="Image 2" descr="Curex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752607"/>
            <a:ext cx="1102618" cy="279387"/>
          </a:xfrm>
          <a:prstGeom prst="rect">
            <a:avLst/>
          </a:prstGeom>
        </p:spPr>
      </p:pic>
      <p:pic>
        <p:nvPicPr>
          <p:cNvPr id="5" name="Image 3" descr="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801" y="1803406"/>
            <a:ext cx="250726" cy="177787"/>
          </a:xfrm>
          <a:prstGeom prst="rect">
            <a:avLst/>
          </a:prstGeom>
        </p:spPr>
      </p:pic>
      <p:pic>
        <p:nvPicPr>
          <p:cNvPr id="6" name="Image 4" descr="FD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0727" y="1803409"/>
            <a:ext cx="447873" cy="177782"/>
          </a:xfrm>
          <a:prstGeom prst="rect">
            <a:avLst/>
          </a:prstGeom>
        </p:spPr>
      </p:pic>
      <p:pic>
        <p:nvPicPr>
          <p:cNvPr id="7" name="Image 5" descr="CUVIS Sp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736" y="2400307"/>
            <a:ext cx="1558429" cy="355585"/>
          </a:xfrm>
          <a:prstGeom prst="rect">
            <a:avLst/>
          </a:prstGeom>
        </p:spPr>
      </p:pic>
      <p:pic>
        <p:nvPicPr>
          <p:cNvPr id="8" name="Image 6" descr="3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698441"/>
            <a:ext cx="2286000" cy="2087439"/>
          </a:xfrm>
          <a:prstGeom prst="rect">
            <a:avLst/>
          </a:prstGeom>
        </p:spPr>
      </p:pic>
      <p:pic>
        <p:nvPicPr>
          <p:cNvPr id="9" name="Image 7" descr="Allge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950" y="1403365"/>
            <a:ext cx="1503561" cy="634970"/>
          </a:xfrm>
          <a:prstGeom prst="rect">
            <a:avLst/>
          </a:prstGeom>
        </p:spPr>
      </p:pic>
      <p:pic>
        <p:nvPicPr>
          <p:cNvPr id="10" name="Image 8" descr="FD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2098" y="1562111"/>
            <a:ext cx="799802" cy="317479"/>
          </a:xfrm>
          <a:prstGeom prst="rect">
            <a:avLst/>
          </a:prstGeom>
        </p:spPr>
      </p:pic>
      <p:pic>
        <p:nvPicPr>
          <p:cNvPr id="11" name="Image 9" descr="IS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96200" y="1562100"/>
            <a:ext cx="768350" cy="317500"/>
          </a:xfrm>
          <a:prstGeom prst="rect">
            <a:avLst/>
          </a:prstGeom>
        </p:spPr>
      </p:pic>
      <p:pic>
        <p:nvPicPr>
          <p:cNvPr id="12" name="Image 10" descr="BonGo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90900" y="2911475"/>
            <a:ext cx="1676400" cy="419100"/>
          </a:xfrm>
          <a:prstGeom prst="rect">
            <a:avLst/>
          </a:prstGeom>
        </p:spPr>
      </p:pic>
      <p:pic>
        <p:nvPicPr>
          <p:cNvPr id="13" name="Image 11" descr="4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3364" y="2851348"/>
            <a:ext cx="3225773" cy="1085354"/>
          </a:xfrm>
          <a:prstGeom prst="rect">
            <a:avLst/>
          </a:prstGeom>
        </p:spPr>
      </p:pic>
      <p:pic>
        <p:nvPicPr>
          <p:cNvPr id="14" name="Image 12" descr="Skulh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58273" y="4911627"/>
            <a:ext cx="1720354" cy="419098"/>
          </a:xfrm>
          <a:prstGeom prst="rect">
            <a:avLst/>
          </a:prstGeom>
        </p:spPr>
      </p:pic>
      <p:pic>
        <p:nvPicPr>
          <p:cNvPr id="15" name="Image 13" descr="3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8354" y="4753173"/>
            <a:ext cx="3225792" cy="1053604"/>
          </a:xfrm>
          <a:prstGeom prst="rect">
            <a:avLst/>
          </a:prstGeom>
        </p:spPr>
      </p:pic>
      <p:pic>
        <p:nvPicPr>
          <p:cNvPr id="16" name="Image 14" descr="Mantiz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8900" y="1733557"/>
            <a:ext cx="1292622" cy="317486"/>
          </a:xfrm>
          <a:prstGeom prst="rect">
            <a:avLst/>
          </a:prstGeom>
        </p:spPr>
      </p:pic>
      <p:pic>
        <p:nvPicPr>
          <p:cNvPr id="17" name="Image 15" descr="ISO 13485:2016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92619" y="1708158"/>
            <a:ext cx="342404" cy="368283"/>
          </a:xfrm>
          <a:prstGeom prst="rect">
            <a:avLst/>
          </a:prstGeom>
        </p:spPr>
      </p:pic>
      <p:pic>
        <p:nvPicPr>
          <p:cNvPr id="18" name="Image 16" descr="GM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211223" y="1708152"/>
            <a:ext cx="447377" cy="368295"/>
          </a:xfrm>
          <a:prstGeom prst="rect">
            <a:avLst/>
          </a:prstGeom>
        </p:spPr>
      </p:pic>
      <p:pic>
        <p:nvPicPr>
          <p:cNvPr id="19" name="Image 17" descr="24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63335" y="2606080"/>
            <a:ext cx="1031280" cy="279400"/>
          </a:xfrm>
          <a:prstGeom prst="rect">
            <a:avLst/>
          </a:prstGeom>
        </p:spPr>
      </p:pic>
      <p:pic>
        <p:nvPicPr>
          <p:cNvPr id="20" name="Image 18" descr="2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911542" y="3029843"/>
            <a:ext cx="635671" cy="473273"/>
          </a:xfrm>
          <a:prstGeom prst="rect">
            <a:avLst/>
          </a:prstGeom>
        </p:spPr>
      </p:pic>
      <p:pic>
        <p:nvPicPr>
          <p:cNvPr id="21" name="Image 19" descr="2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10778" y="3021806"/>
            <a:ext cx="635588" cy="489347"/>
          </a:xfrm>
          <a:prstGeom prst="rect">
            <a:avLst/>
          </a:prstGeom>
        </p:spPr>
      </p:pic>
      <p:pic>
        <p:nvPicPr>
          <p:cNvPr id="22" name="Image 20" descr="27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81494" y="2606094"/>
            <a:ext cx="741263" cy="279371"/>
          </a:xfrm>
          <a:prstGeom prst="rect">
            <a:avLst/>
          </a:prstGeom>
        </p:spPr>
      </p:pic>
      <p:pic>
        <p:nvPicPr>
          <p:cNvPr id="23" name="Image 21" descr="28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429677" y="3031530"/>
            <a:ext cx="539750" cy="469900"/>
          </a:xfrm>
          <a:prstGeom prst="rect">
            <a:avLst/>
          </a:prstGeom>
        </p:spPr>
      </p:pic>
      <p:pic>
        <p:nvPicPr>
          <p:cNvPr id="24" name="Image 22" descr="29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032958" y="2996605"/>
            <a:ext cx="641585" cy="539651"/>
          </a:xfrm>
          <a:prstGeom prst="rect">
            <a:avLst/>
          </a:prstGeom>
        </p:spPr>
      </p:pic>
      <p:pic>
        <p:nvPicPr>
          <p:cNvPr id="25" name="Image 23" descr="30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40726" y="4644440"/>
            <a:ext cx="876498" cy="228579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278286" y="4923830"/>
            <a:ext cx="601279" cy="660301"/>
          </a:xfrm>
          <a:prstGeom prst="rect">
            <a:avLst/>
          </a:prstGeom>
        </p:spPr>
      </p:pic>
      <p:pic>
        <p:nvPicPr>
          <p:cNvPr id="27" name="Image 25" descr="32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582573" y="4619038"/>
            <a:ext cx="939205" cy="279384"/>
          </a:xfrm>
          <a:prstGeom prst="rect">
            <a:avLst/>
          </a:prstGeom>
        </p:spPr>
      </p:pic>
      <p:pic>
        <p:nvPicPr>
          <p:cNvPr id="28" name="Image 26" descr="3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601766" y="4949230"/>
            <a:ext cx="900718" cy="660301"/>
          </a:xfrm>
          <a:prstGeom prst="rect">
            <a:avLst/>
          </a:prstGeom>
        </p:spPr>
      </p:pic>
      <p:sp>
        <p:nvSpPr>
          <p:cNvPr id="29" name="Text 0"/>
          <p:cNvSpPr txBox="1"/>
          <p:nvPr/>
        </p:nvSpPr>
        <p:spPr>
          <a:xfrm>
            <a:off x="444500" y="288290"/>
            <a:ext cx="4835991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E0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CHÀO MỪNG QUÝ ĐẠI BIỂU THAM DỰ</a:t>
            </a:r>
            <a:endParaRPr lang="en-US" sz="1300" dirty="0"/>
          </a:p>
        </p:txBody>
      </p:sp>
      <p:sp>
        <p:nvSpPr>
          <p:cNvPr id="30" name="Text 1"/>
          <p:cNvSpPr txBox="1"/>
          <p:nvPr/>
        </p:nvSpPr>
        <p:spPr>
          <a:xfrm>
            <a:off x="444500" y="446405"/>
            <a:ext cx="5514727" cy="701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NGHỊ </a:t>
            </a:r>
            <a:pPr algn="l" indent="0" marL="0">
              <a:buNone/>
            </a:pPr>
            <a:r>
              <a:rPr lang="en-US" sz="46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VOA</a:t>
            </a:r>
            <a:endParaRPr lang="en-US" sz="4600" dirty="0"/>
          </a:p>
        </p:txBody>
      </p:sp>
      <p:sp>
        <p:nvSpPr>
          <p:cNvPr id="31" name="Text 2"/>
          <p:cNvSpPr txBox="1"/>
          <p:nvPr/>
        </p:nvSpPr>
        <p:spPr>
          <a:xfrm>
            <a:off x="821003" y="2871728"/>
            <a:ext cx="1659993" cy="43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định vị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200" dirty="0"/>
          </a:p>
        </p:txBody>
      </p:sp>
      <p:sp>
        <p:nvSpPr>
          <p:cNvPr id="32" name="Text 3"/>
          <p:cNvSpPr txBox="1"/>
          <p:nvPr/>
        </p:nvSpPr>
        <p:spPr>
          <a:xfrm>
            <a:off x="2760980" y="2108200"/>
            <a:ext cx="62255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D8F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NHÂN TẠO</a:t>
            </a:r>
            <a:endParaRPr lang="en-US" sz="1400" dirty="0"/>
          </a:p>
        </p:txBody>
      </p:sp>
      <p:sp>
        <p:nvSpPr>
          <p:cNvPr id="33" name="Text 4"/>
          <p:cNvSpPr txBox="1"/>
          <p:nvPr/>
        </p:nvSpPr>
        <p:spPr>
          <a:xfrm>
            <a:off x="3536425" y="3437255"/>
            <a:ext cx="13852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500" dirty="0"/>
          </a:p>
        </p:txBody>
      </p:sp>
      <p:sp>
        <p:nvSpPr>
          <p:cNvPr id="34" name="Text 5"/>
          <p:cNvSpPr txBox="1"/>
          <p:nvPr/>
        </p:nvSpPr>
        <p:spPr>
          <a:xfrm>
            <a:off x="6704013" y="5460266"/>
            <a:ext cx="1628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500" dirty="0"/>
          </a:p>
        </p:txBody>
      </p:sp>
      <p:sp>
        <p:nvSpPr>
          <p:cNvPr id="35" name="Text 6"/>
          <p:cNvSpPr txBox="1"/>
          <p:nvPr/>
        </p:nvSpPr>
        <p:spPr>
          <a:xfrm>
            <a:off x="8835627" y="3631486"/>
            <a:ext cx="1486597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 in 3D</a:t>
            </a:r>
            <a:endParaRPr lang="en-US" sz="1050" dirty="0"/>
          </a:p>
        </p:txBody>
      </p:sp>
      <p:sp>
        <p:nvSpPr>
          <p:cNvPr id="36" name="Text 7"/>
          <p:cNvSpPr txBox="1"/>
          <p:nvPr/>
        </p:nvSpPr>
        <p:spPr>
          <a:xfrm>
            <a:off x="10549637" y="3631486"/>
            <a:ext cx="1004977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 in 3D</a:t>
            </a:r>
            <a:endParaRPr lang="en-US" sz="1050" dirty="0"/>
          </a:p>
        </p:txBody>
      </p:sp>
      <p:sp>
        <p:nvSpPr>
          <p:cNvPr id="37" name="Text 8"/>
          <p:cNvSpPr txBox="1"/>
          <p:nvPr/>
        </p:nvSpPr>
        <p:spPr>
          <a:xfrm>
            <a:off x="9030055" y="5619036"/>
            <a:ext cx="109784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1050" dirty="0"/>
          </a:p>
        </p:txBody>
      </p:sp>
      <p:sp>
        <p:nvSpPr>
          <p:cNvPr id="38" name="Text 9"/>
          <p:cNvSpPr txBox="1"/>
          <p:nvPr/>
        </p:nvSpPr>
        <p:spPr>
          <a:xfrm>
            <a:off x="10317190" y="5644436"/>
            <a:ext cx="1469969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2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 ít xâm lấn</a:t>
            </a:r>
            <a:endParaRPr lang="en-US" sz="1050" dirty="0"/>
          </a:p>
        </p:txBody>
      </p:sp>
      <p:sp>
        <p:nvSpPr>
          <p:cNvPr id="39" name="Text 10"/>
          <p:cNvSpPr txBox="1"/>
          <p:nvPr/>
        </p:nvSpPr>
        <p:spPr>
          <a:xfrm>
            <a:off x="4972348" y="6570345"/>
            <a:ext cx="723221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FF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HỆ</a:t>
            </a:r>
            <a:endParaRPr lang="en-US" sz="1000" dirty="0"/>
          </a:p>
        </p:txBody>
      </p:sp>
      <p:sp>
        <p:nvSpPr>
          <p:cNvPr id="40" name="Text 11"/>
          <p:cNvSpPr txBox="1"/>
          <p:nvPr/>
        </p:nvSpPr>
        <p:spPr>
          <a:xfrm>
            <a:off x="5746452" y="6509385"/>
            <a:ext cx="167933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Hội nghị VOA</dc:title>
  <dc:subject>PptxGenJS Presentation</dc:subject>
  <dc:creator>PptxGenJS</dc:creator>
  <cp:lastModifiedBy>PptxGenJS</cp:lastModifiedBy>
  <cp:revision>1</cp:revision>
  <dcterms:created xsi:type="dcterms:W3CDTF">2026-09-25T05:13:18Z</dcterms:created>
  <dcterms:modified xsi:type="dcterms:W3CDTF">2026-09-25T05:13:18Z</dcterms:modified>
</cp:coreProperties>
</file>