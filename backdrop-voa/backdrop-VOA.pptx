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096305"/>
  <p:notesSz cx="6096305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10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image" Target="../media/image-1-37.png"/><Relationship Id="rId38" Type="http://schemas.openxmlformats.org/officeDocument/2006/relationships/image" Target="../media/image-1-38.png"/><Relationship Id="rId39" Type="http://schemas.openxmlformats.org/officeDocument/2006/relationships/image" Target="../media/image-1-39.png"/><Relationship Id="rId40" Type="http://schemas.openxmlformats.org/officeDocument/2006/relationships/image" Target="../media/image-1-40.png"/><Relationship Id="rId41" Type="http://schemas.openxmlformats.org/officeDocument/2006/relationships/image" Target="../media/image-1-41.png"/><Relationship Id="rId42" Type="http://schemas.openxmlformats.org/officeDocument/2006/relationships/image" Target="../media/image-1-42.png"/><Relationship Id="rId43" Type="http://schemas.openxmlformats.org/officeDocument/2006/relationships/image" Target="../media/image-1-43.png"/><Relationship Id="rId44" Type="http://schemas.openxmlformats.org/officeDocument/2006/relationships/image" Target="../media/image-1-44.png"/><Relationship Id="rId45" Type="http://schemas.openxmlformats.org/officeDocument/2006/relationships/image" Target="../media/image-1-45.png"/><Relationship Id="rId46" Type="http://schemas.openxmlformats.org/officeDocument/2006/relationships/image" Target="../media/image-1-46.png"/><Relationship Id="rId47" Type="http://schemas.openxmlformats.org/officeDocument/2006/relationships/image" Target="../media/image-1-47.png"/><Relationship Id="rId48" Type="http://schemas.openxmlformats.org/officeDocument/2006/relationships/image" Target="../media/image-1-48.png"/><Relationship Id="rId49" Type="http://schemas.openxmlformats.org/officeDocument/2006/relationships/image" Target="../media/image-1-49.png"/><Relationship Id="rId50" Type="http://schemas.openxmlformats.org/officeDocument/2006/relationships/slideLayout" Target="../slideLayouts/slideLayout1.xml"/><Relationship Id="rId5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ề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096305"/>
          </a:xfrm>
          <a:prstGeom prst="rect">
            <a:avLst/>
          </a:prstGeom>
        </p:spPr>
      </p:pic>
      <p:sp>
        <p:nvSpPr>
          <p:cNvPr id="3" name="emb-1"/>
          <p:cNvSpPr/>
          <p:nvPr/>
        </p:nvSpPr>
        <p:spPr>
          <a:xfrm>
            <a:off x="355591" y="171446"/>
            <a:ext cx="838179" cy="838179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7947" dist="76198" dir="5400000">
              <a:srgbClr val="000000">
                <a:alpha val="40000"/>
              </a:srgbClr>
            </a:outerShdw>
          </a:effectLst>
        </p:spPr>
      </p:sp>
      <p:pic>
        <p:nvPicPr>
          <p:cNvPr id="4" name="Image 1" descr="Logo Thăng Long Quốc T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539" y="263816"/>
            <a:ext cx="660283" cy="65333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358866" y="279266"/>
            <a:ext cx="6911376" cy="355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VỤ Y KHOA </a:t>
            </a:r>
            <a:pPr algn="l" indent="0" marL="0">
              <a:buNone/>
            </a:pPr>
            <a:r>
              <a:rPr lang="en-US" sz="2300" b="1" spc="50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 LONG QUỐC TẾ</a:t>
            </a:r>
            <a:endParaRPr lang="en-US" sz="2300" dirty="0"/>
          </a:p>
        </p:txBody>
      </p:sp>
      <p:sp>
        <p:nvSpPr>
          <p:cNvPr id="6" name="Text 2"/>
          <p:cNvSpPr txBox="1"/>
          <p:nvPr/>
        </p:nvSpPr>
        <p:spPr>
          <a:xfrm>
            <a:off x="1358866" y="644005"/>
            <a:ext cx="6911376" cy="250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spc="2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 công nghệ, Kiến tạo giá trị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10360461" y="111249"/>
            <a:ext cx="1682234" cy="228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Hotline </a:t>
            </a:r>
            <a:pPr algn="l" indent="0" marL="0">
              <a:buNone/>
            </a:pPr>
            <a:r>
              <a:rPr lang="en-US" sz="10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0916 899 322</a:t>
            </a:r>
            <a:endParaRPr lang="en-US" sz="1000" dirty="0"/>
          </a:p>
        </p:txBody>
      </p:sp>
      <p:sp>
        <p:nvSpPr>
          <p:cNvPr id="8" name="qr-2"/>
          <p:cNvSpPr/>
          <p:nvPr/>
        </p:nvSpPr>
        <p:spPr>
          <a:xfrm>
            <a:off x="9321567" y="387340"/>
            <a:ext cx="571486" cy="666733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2548" dist="63498" dir="5400000">
              <a:srgbClr val="000000">
                <a:alpha val="35000"/>
              </a:srgbClr>
            </a:outerShdw>
          </a:effectLst>
        </p:spPr>
      </p:sp>
      <p:pic>
        <p:nvPicPr>
          <p:cNvPr id="9" name="Image 2" descr="QR Face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9666" y="425439"/>
            <a:ext cx="495288" cy="49528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414632" y="925807"/>
            <a:ext cx="439306" cy="110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650" dirty="0"/>
          </a:p>
        </p:txBody>
      </p:sp>
      <p:sp>
        <p:nvSpPr>
          <p:cNvPr id="11" name="qr-3"/>
          <p:cNvSpPr/>
          <p:nvPr/>
        </p:nvSpPr>
        <p:spPr>
          <a:xfrm>
            <a:off x="9969251" y="387340"/>
            <a:ext cx="571486" cy="666733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2548" dist="63498" dir="5400000">
              <a:srgbClr val="000000">
                <a:alpha val="35000"/>
              </a:srgbClr>
            </a:outerShdw>
          </a:effectLst>
        </p:spPr>
      </p:sp>
      <p:pic>
        <p:nvPicPr>
          <p:cNvPr id="12" name="Image 3" descr="QR Za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350" y="425439"/>
            <a:ext cx="495288" cy="49528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170064" y="925807"/>
            <a:ext cx="193525" cy="110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Zalo</a:t>
            </a:r>
            <a:endParaRPr lang="en-US" sz="650" dirty="0"/>
          </a:p>
        </p:txBody>
      </p:sp>
      <p:sp>
        <p:nvSpPr>
          <p:cNvPr id="14" name="qr-4"/>
          <p:cNvSpPr/>
          <p:nvPr/>
        </p:nvSpPr>
        <p:spPr>
          <a:xfrm>
            <a:off x="10616935" y="387340"/>
            <a:ext cx="571486" cy="666733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2548" dist="63498" dir="5400000">
              <a:srgbClr val="000000">
                <a:alpha val="35000"/>
              </a:srgbClr>
            </a:outerShdw>
          </a:effectLst>
        </p:spPr>
      </p:sp>
      <p:pic>
        <p:nvPicPr>
          <p:cNvPr id="15" name="Image 4" descr="QR TikT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5034" y="425439"/>
            <a:ext cx="495288" cy="49528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0773399" y="925807"/>
            <a:ext cx="294643" cy="110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650" dirty="0"/>
          </a:p>
        </p:txBody>
      </p:sp>
      <p:sp>
        <p:nvSpPr>
          <p:cNvPr id="17" name="qr-5"/>
          <p:cNvSpPr/>
          <p:nvPr/>
        </p:nvSpPr>
        <p:spPr>
          <a:xfrm>
            <a:off x="11264618" y="387340"/>
            <a:ext cx="571486" cy="666733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2548" dist="63498" dir="5400000">
              <a:srgbClr val="000000">
                <a:alpha val="35000"/>
              </a:srgbClr>
            </a:outerShdw>
          </a:effectLst>
        </p:spPr>
      </p:sp>
      <p:pic>
        <p:nvPicPr>
          <p:cNvPr id="18" name="Image 5" descr="QR Insta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02717" y="425439"/>
            <a:ext cx="495288" cy="49528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353020" y="925807"/>
            <a:ext cx="449825" cy="1104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650" dirty="0"/>
          </a:p>
        </p:txBody>
      </p:sp>
      <p:pic>
        <p:nvPicPr>
          <p:cNvPr id="20" name="Image 6" descr="Khung car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50" y="920727"/>
            <a:ext cx="5943451" cy="5175121"/>
          </a:xfrm>
          <a:prstGeom prst="rect">
            <a:avLst/>
          </a:prstGeom>
        </p:spPr>
      </p:pic>
      <p:pic>
        <p:nvPicPr>
          <p:cNvPr id="21" name="Image 7" descr="Khung hea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641" y="1200120"/>
            <a:ext cx="5232269" cy="546086"/>
          </a:xfrm>
          <a:prstGeom prst="rect">
            <a:avLst/>
          </a:prstGeom>
        </p:spPr>
      </p:pic>
      <p:pic>
        <p:nvPicPr>
          <p:cNvPr id="22" name="Image 8" descr="Allge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737" y="1244577"/>
            <a:ext cx="1082549" cy="457172"/>
          </a:xfrm>
          <a:prstGeom prst="rect">
            <a:avLst/>
          </a:prstGeom>
        </p:spPr>
      </p:pic>
      <p:pic>
        <p:nvPicPr>
          <p:cNvPr id="23" name="Image 9" descr="FD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2459" y="1371573"/>
            <a:ext cx="511857" cy="203180"/>
          </a:xfrm>
          <a:prstGeom prst="rect">
            <a:avLst/>
          </a:prstGeom>
        </p:spPr>
      </p:pic>
      <p:pic>
        <p:nvPicPr>
          <p:cNvPr id="24" name="Image 10" descr="ISO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40513" y="1371569"/>
            <a:ext cx="491716" cy="203188"/>
          </a:xfrm>
          <a:prstGeom prst="rect">
            <a:avLst/>
          </a:prstGeom>
        </p:spPr>
      </p:pic>
      <p:pic>
        <p:nvPicPr>
          <p:cNvPr id="25" name="Image 11" descr="QR allgen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71926" y="1238219"/>
            <a:ext cx="469888" cy="469888"/>
          </a:xfrm>
          <a:prstGeom prst="rect">
            <a:avLst/>
          </a:prstGeom>
        </p:spPr>
      </p:pic>
      <p:sp>
        <p:nvSpPr>
          <p:cNvPr id="26" name="Text 12"/>
          <p:cNvSpPr txBox="1"/>
          <p:nvPr/>
        </p:nvSpPr>
        <p:spPr>
          <a:xfrm>
            <a:off x="182113" y="1809197"/>
            <a:ext cx="5617324" cy="19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7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LIỆU XƯƠNG SINH HỌC COLLAGEN KHOÁNG HÓA</a:t>
            </a:r>
            <a:endParaRPr lang="en-US" sz="1100" dirty="0"/>
          </a:p>
        </p:txBody>
      </p:sp>
      <p:pic>
        <p:nvPicPr>
          <p:cNvPr id="27" name="Image 12" descr="Khung ch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23257" y="2070048"/>
            <a:ext cx="177796" cy="177796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1689951" y="2018996"/>
            <a:ext cx="3269797" cy="279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chứng nhận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Hoa Kỳ</a:t>
            </a:r>
            <a:endParaRPr lang="en-US" sz="1650" dirty="0"/>
          </a:p>
        </p:txBody>
      </p:sp>
      <p:pic>
        <p:nvPicPr>
          <p:cNvPr id="29" name="Image 13" descr="Khung chk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3421" y="2349441"/>
            <a:ext cx="177796" cy="177796"/>
          </a:xfrm>
          <a:prstGeom prst="rect">
            <a:avLst/>
          </a:prstGeom>
        </p:spPr>
      </p:pic>
      <p:sp>
        <p:nvSpPr>
          <p:cNvPr id="30" name="Text 14"/>
          <p:cNvSpPr txBox="1"/>
          <p:nvPr/>
        </p:nvSpPr>
        <p:spPr>
          <a:xfrm>
            <a:off x="1340114" y="2298389"/>
            <a:ext cx="4067425" cy="279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đồng cao với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tự thân</a:t>
            </a:r>
            <a:endParaRPr lang="en-US" sz="1650" dirty="0"/>
          </a:p>
        </p:txBody>
      </p:sp>
      <p:sp>
        <p:nvSpPr>
          <p:cNvPr id="31" name="chip-6"/>
          <p:cNvSpPr/>
          <p:nvPr/>
        </p:nvSpPr>
        <p:spPr>
          <a:xfrm>
            <a:off x="634984" y="2846316"/>
            <a:ext cx="1371566" cy="38099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498" dist="50799" dir="5400000">
              <a:srgbClr val="000000">
                <a:alpha val="28000"/>
              </a:srgbClr>
            </a:outerShdw>
          </a:effectLst>
        </p:spPr>
      </p:sp>
      <p:pic>
        <p:nvPicPr>
          <p:cNvPr id="32" name="Image 14" descr="BonGold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6582" y="2890765"/>
            <a:ext cx="1168371" cy="292093"/>
          </a:xfrm>
          <a:prstGeom prst="rect">
            <a:avLst/>
          </a:prstGeom>
        </p:spPr>
      </p:pic>
      <p:sp>
        <p:nvSpPr>
          <p:cNvPr id="33" name="Text 16"/>
          <p:cNvSpPr txBox="1"/>
          <p:nvPr/>
        </p:nvSpPr>
        <p:spPr>
          <a:xfrm>
            <a:off x="743584" y="3274042"/>
            <a:ext cx="1154365" cy="42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250" dirty="0"/>
          </a:p>
        </p:txBody>
      </p:sp>
      <p:pic>
        <p:nvPicPr>
          <p:cNvPr id="34" name="Image 15" descr="Khung piw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90735" y="3009825"/>
            <a:ext cx="2451039" cy="771506"/>
          </a:xfrm>
          <a:prstGeom prst="rect">
            <a:avLst/>
          </a:prstGeom>
        </p:spPr>
      </p:pic>
      <p:pic>
        <p:nvPicPr>
          <p:cNvPr id="35" name="Image 16" descr="sh_40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83014" y="2477606"/>
            <a:ext cx="3666382" cy="1562802"/>
          </a:xfrm>
          <a:prstGeom prst="rect">
            <a:avLst/>
          </a:prstGeom>
        </p:spPr>
      </p:pic>
      <p:pic>
        <p:nvPicPr>
          <p:cNvPr id="36" name="Image 17" descr="Khung prod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7037" y="3936902"/>
            <a:ext cx="4927477" cy="6350"/>
          </a:xfrm>
          <a:prstGeom prst="rect">
            <a:avLst/>
          </a:prstGeom>
        </p:spPr>
      </p:pic>
      <p:sp>
        <p:nvSpPr>
          <p:cNvPr id="37" name="chip-7"/>
          <p:cNvSpPr/>
          <p:nvPr/>
        </p:nvSpPr>
        <p:spPr>
          <a:xfrm>
            <a:off x="3959721" y="4294080"/>
            <a:ext cx="1402124" cy="38099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498" dist="50799" dir="5400000">
              <a:srgbClr val="000000">
                <a:alpha val="28000"/>
              </a:srgbClr>
            </a:outerShdw>
          </a:effectLst>
        </p:spPr>
      </p:sp>
      <p:pic>
        <p:nvPicPr>
          <p:cNvPr id="38" name="Image 18" descr="Skulheal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1319" y="4338539"/>
            <a:ext cx="1198929" cy="292073"/>
          </a:xfrm>
          <a:prstGeom prst="rect">
            <a:avLst/>
          </a:prstGeom>
        </p:spPr>
      </p:pic>
      <p:sp>
        <p:nvSpPr>
          <p:cNvPr id="39" name="Text 18"/>
          <p:cNvSpPr txBox="1"/>
          <p:nvPr/>
        </p:nvSpPr>
        <p:spPr>
          <a:xfrm>
            <a:off x="3982144" y="4736537"/>
            <a:ext cx="1357279" cy="213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250" dirty="0"/>
          </a:p>
        </p:txBody>
      </p:sp>
      <p:pic>
        <p:nvPicPr>
          <p:cNvPr id="40" name="Image 19" descr="Khung pi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9777" y="4365516"/>
            <a:ext cx="2451039" cy="771506"/>
          </a:xfrm>
          <a:prstGeom prst="rect">
            <a:avLst/>
          </a:prstGeom>
        </p:spPr>
      </p:pic>
      <p:pic>
        <p:nvPicPr>
          <p:cNvPr id="41" name="Image 20" descr="sh_36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78596" y="3827614"/>
            <a:ext cx="3773301" cy="1574167"/>
          </a:xfrm>
          <a:prstGeom prst="rect">
            <a:avLst/>
          </a:prstGeom>
        </p:spPr>
      </p:pic>
      <p:pic>
        <p:nvPicPr>
          <p:cNvPr id="42" name="Image 21" descr="Khung stats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27037" y="5327517"/>
            <a:ext cx="4927477" cy="482588"/>
          </a:xfrm>
          <a:prstGeom prst="rect">
            <a:avLst/>
          </a:prstGeom>
        </p:spPr>
      </p:pic>
      <p:sp>
        <p:nvSpPr>
          <p:cNvPr id="43" name="Text 19"/>
          <p:cNvSpPr txBox="1"/>
          <p:nvPr/>
        </p:nvSpPr>
        <p:spPr>
          <a:xfrm>
            <a:off x="488728" y="5380601"/>
            <a:ext cx="1761408" cy="243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500" dirty="0"/>
          </a:p>
        </p:txBody>
      </p:sp>
      <p:sp>
        <p:nvSpPr>
          <p:cNvPr id="44" name="Text 20"/>
          <p:cNvSpPr txBox="1"/>
          <p:nvPr/>
        </p:nvSpPr>
        <p:spPr>
          <a:xfrm>
            <a:off x="488728" y="5616816"/>
            <a:ext cx="1761408" cy="132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00" dirty="0"/>
          </a:p>
        </p:txBody>
      </p:sp>
      <p:pic>
        <p:nvPicPr>
          <p:cNvPr id="45" name="Image 22" descr="Khung st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177235" y="5384999"/>
            <a:ext cx="6355" cy="368613"/>
          </a:xfrm>
          <a:prstGeom prst="rect">
            <a:avLst/>
          </a:prstGeom>
        </p:spPr>
      </p:pic>
      <p:sp>
        <p:nvSpPr>
          <p:cNvPr id="46" name="Text 21"/>
          <p:cNvSpPr txBox="1"/>
          <p:nvPr/>
        </p:nvSpPr>
        <p:spPr>
          <a:xfrm>
            <a:off x="2116816" y="5380601"/>
            <a:ext cx="1754169" cy="243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500" dirty="0"/>
          </a:p>
        </p:txBody>
      </p:sp>
      <p:sp>
        <p:nvSpPr>
          <p:cNvPr id="47" name="Text 22"/>
          <p:cNvSpPr txBox="1"/>
          <p:nvPr/>
        </p:nvSpPr>
        <p:spPr>
          <a:xfrm>
            <a:off x="2116816" y="5616816"/>
            <a:ext cx="1754169" cy="132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00" dirty="0"/>
          </a:p>
        </p:txBody>
      </p:sp>
      <p:pic>
        <p:nvPicPr>
          <p:cNvPr id="48" name="Image 23" descr="Khung st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804883" y="5384999"/>
            <a:ext cx="6355" cy="368613"/>
          </a:xfrm>
          <a:prstGeom prst="rect">
            <a:avLst/>
          </a:prstGeom>
        </p:spPr>
      </p:pic>
      <p:sp>
        <p:nvSpPr>
          <p:cNvPr id="49" name="Text 23"/>
          <p:cNvSpPr txBox="1"/>
          <p:nvPr/>
        </p:nvSpPr>
        <p:spPr>
          <a:xfrm>
            <a:off x="3738109" y="5380601"/>
            <a:ext cx="1754169" cy="243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500" dirty="0"/>
          </a:p>
        </p:txBody>
      </p:sp>
      <p:sp>
        <p:nvSpPr>
          <p:cNvPr id="50" name="Text 24"/>
          <p:cNvSpPr txBox="1"/>
          <p:nvPr/>
        </p:nvSpPr>
        <p:spPr>
          <a:xfrm>
            <a:off x="3738109" y="5616816"/>
            <a:ext cx="1754169" cy="132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00" dirty="0"/>
          </a:p>
        </p:txBody>
      </p:sp>
      <p:pic>
        <p:nvPicPr>
          <p:cNvPr id="51" name="Image 24" descr="Khung card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454514" y="996925"/>
            <a:ext cx="6718132" cy="5098923"/>
          </a:xfrm>
          <a:prstGeom prst="rect">
            <a:avLst/>
          </a:prstGeom>
        </p:spPr>
      </p:pic>
      <p:pic>
        <p:nvPicPr>
          <p:cNvPr id="52" name="Image 25" descr="Khung head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803755" y="1193770"/>
            <a:ext cx="6019650" cy="546086"/>
          </a:xfrm>
          <a:prstGeom prst="rect">
            <a:avLst/>
          </a:prstGeom>
        </p:spPr>
      </p:pic>
      <p:pic>
        <p:nvPicPr>
          <p:cNvPr id="53" name="Image 26" descr="Curexo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968851" y="1333471"/>
            <a:ext cx="1052486" cy="266684"/>
          </a:xfrm>
          <a:prstGeom prst="rect">
            <a:avLst/>
          </a:prstGeom>
        </p:spPr>
      </p:pic>
      <p:pic>
        <p:nvPicPr>
          <p:cNvPr id="54" name="Image 27" descr="CE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097535" y="1384289"/>
            <a:ext cx="232761" cy="165049"/>
          </a:xfrm>
          <a:prstGeom prst="rect">
            <a:avLst/>
          </a:prstGeom>
        </p:spPr>
      </p:pic>
      <p:pic>
        <p:nvPicPr>
          <p:cNvPr id="55" name="Image 28" descr="FDA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81095" y="1384265"/>
            <a:ext cx="415915" cy="165096"/>
          </a:xfrm>
          <a:prstGeom prst="rect">
            <a:avLst/>
          </a:prstGeom>
        </p:spPr>
      </p:pic>
      <p:pic>
        <p:nvPicPr>
          <p:cNvPr id="56" name="Image 29" descr="QR cuvis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11307" y="1231869"/>
            <a:ext cx="469888" cy="469888"/>
          </a:xfrm>
          <a:prstGeom prst="rect">
            <a:avLst/>
          </a:prstGeom>
        </p:spPr>
      </p:pic>
      <p:sp>
        <p:nvSpPr>
          <p:cNvPr id="57" name="sep-8"/>
          <p:cNvSpPr/>
          <p:nvPr/>
        </p:nvSpPr>
        <p:spPr>
          <a:xfrm>
            <a:off x="9207270" y="1263618"/>
            <a:ext cx="12700" cy="406390"/>
          </a:xfrm>
          <a:prstGeom prst="rect">
            <a:avLst/>
          </a:prstGeom>
          <a:solidFill>
            <a:srgbClr val="D5DBEA"/>
          </a:solidFill>
          <a:ln/>
        </p:spPr>
      </p:sp>
      <p:pic>
        <p:nvPicPr>
          <p:cNvPr id="58" name="Image 30" descr="Mantiz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354904" y="1339827"/>
            <a:ext cx="1034032" cy="253973"/>
          </a:xfrm>
          <a:prstGeom prst="rect">
            <a:avLst/>
          </a:prstGeom>
        </p:spPr>
      </p:pic>
      <p:pic>
        <p:nvPicPr>
          <p:cNvPr id="59" name="Image 31" descr="ISO 13485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465134" y="1320774"/>
            <a:ext cx="271555" cy="292079"/>
          </a:xfrm>
          <a:prstGeom prst="rect">
            <a:avLst/>
          </a:prstGeom>
        </p:spPr>
      </p:pic>
      <p:pic>
        <p:nvPicPr>
          <p:cNvPr id="60" name="Image 32" descr="GMP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787487" y="1320773"/>
            <a:ext cx="354797" cy="292081"/>
          </a:xfrm>
          <a:prstGeom prst="rect">
            <a:avLst/>
          </a:prstGeom>
        </p:spPr>
      </p:pic>
      <p:pic>
        <p:nvPicPr>
          <p:cNvPr id="61" name="Image 33" descr="QR mantiz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1218483" y="1231869"/>
            <a:ext cx="469888" cy="469888"/>
          </a:xfrm>
          <a:prstGeom prst="rect">
            <a:avLst/>
          </a:prstGeom>
        </p:spPr>
      </p:pic>
      <p:sp>
        <p:nvSpPr>
          <p:cNvPr id="62" name="Text 26"/>
          <p:cNvSpPr txBox="1"/>
          <p:nvPr/>
        </p:nvSpPr>
        <p:spPr>
          <a:xfrm>
            <a:off x="5722096" y="1788115"/>
            <a:ext cx="3604932" cy="405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TÍCH HỢP CHO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spc="25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100" dirty="0"/>
          </a:p>
        </p:txBody>
      </p:sp>
      <p:sp>
        <p:nvSpPr>
          <p:cNvPr id="63" name="chip-9"/>
          <p:cNvSpPr/>
          <p:nvPr/>
        </p:nvSpPr>
        <p:spPr>
          <a:xfrm>
            <a:off x="5943451" y="2165296"/>
            <a:ext cx="1204982" cy="317492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498" dist="50799" dir="5400000">
              <a:srgbClr val="000000">
                <a:alpha val="28000"/>
              </a:srgbClr>
            </a:outerShdw>
          </a:effectLst>
        </p:spPr>
      </p:sp>
      <p:pic>
        <p:nvPicPr>
          <p:cNvPr id="64" name="Image 34" descr="CUVIS Spine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045049" y="2209754"/>
            <a:ext cx="1001787" cy="228577"/>
          </a:xfrm>
          <a:prstGeom prst="rect">
            <a:avLst/>
          </a:prstGeom>
        </p:spPr>
      </p:pic>
      <p:pic>
        <p:nvPicPr>
          <p:cNvPr id="65" name="Image 35" descr="Khung floor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108647" y="5625959"/>
            <a:ext cx="1873203" cy="279393"/>
          </a:xfrm>
          <a:prstGeom prst="rect">
            <a:avLst/>
          </a:prstGeom>
        </p:spPr>
      </p:pic>
      <p:pic>
        <p:nvPicPr>
          <p:cNvPr id="66" name="Image 36" descr="Robot CUVIS Spine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400641" y="3035231"/>
            <a:ext cx="3289513" cy="3047911"/>
          </a:xfrm>
          <a:prstGeom prst="rect">
            <a:avLst/>
          </a:prstGeom>
        </p:spPr>
      </p:pic>
      <p:sp>
        <p:nvSpPr>
          <p:cNvPr id="67" name="callout-line-10"/>
          <p:cNvSpPr/>
          <p:nvPr/>
        </p:nvSpPr>
        <p:spPr>
          <a:xfrm flipV="1">
            <a:off x="7444492" y="2908227"/>
            <a:ext cx="152396" cy="542060"/>
          </a:xfrm>
          <a:prstGeom prst="line">
            <a:avLst/>
          </a:prstGeom>
          <a:noFill/>
          <a:ln w="15875">
            <a:solidFill>
              <a:srgbClr val="5FD4FF"/>
            </a:solidFill>
            <a:prstDash val="solid"/>
          </a:ln>
        </p:spPr>
      </p:sp>
      <p:sp>
        <p:nvSpPr>
          <p:cNvPr id="68" name="callout-line-11"/>
          <p:cNvSpPr/>
          <p:nvPr/>
        </p:nvSpPr>
        <p:spPr>
          <a:xfrm>
            <a:off x="7535773" y="2908227"/>
            <a:ext cx="61115" cy="0"/>
          </a:xfrm>
          <a:prstGeom prst="line">
            <a:avLst/>
          </a:prstGeom>
          <a:noFill/>
          <a:ln w="15875">
            <a:solidFill>
              <a:srgbClr val="5FD4FF"/>
            </a:solidFill>
            <a:prstDash val="solid"/>
          </a:ln>
        </p:spPr>
      </p:sp>
      <p:sp>
        <p:nvSpPr>
          <p:cNvPr id="69" name="callout-line-12"/>
          <p:cNvSpPr/>
          <p:nvPr/>
        </p:nvSpPr>
        <p:spPr>
          <a:xfrm>
            <a:off x="8637023" y="3600360"/>
            <a:ext cx="0" cy="277380"/>
          </a:xfrm>
          <a:prstGeom prst="line">
            <a:avLst/>
          </a:prstGeom>
          <a:noFill/>
          <a:ln w="15875">
            <a:solidFill>
              <a:srgbClr val="5FD4FF"/>
            </a:solidFill>
            <a:prstDash val="solid"/>
          </a:ln>
        </p:spPr>
      </p:sp>
      <p:sp>
        <p:nvSpPr>
          <p:cNvPr id="70" name="callout-line-13"/>
          <p:cNvSpPr/>
          <p:nvPr/>
        </p:nvSpPr>
        <p:spPr>
          <a:xfrm>
            <a:off x="6966860" y="4004121"/>
            <a:ext cx="152396" cy="214342"/>
          </a:xfrm>
          <a:prstGeom prst="line">
            <a:avLst/>
          </a:prstGeom>
          <a:noFill/>
          <a:ln w="15875">
            <a:solidFill>
              <a:srgbClr val="5FD4FF"/>
            </a:solidFill>
            <a:prstDash val="solid"/>
          </a:ln>
        </p:spPr>
      </p:sp>
      <p:sp>
        <p:nvSpPr>
          <p:cNvPr id="71" name="callout-line-14"/>
          <p:cNvSpPr/>
          <p:nvPr/>
        </p:nvSpPr>
        <p:spPr>
          <a:xfrm>
            <a:off x="6926784" y="4004121"/>
            <a:ext cx="40076" cy="0"/>
          </a:xfrm>
          <a:prstGeom prst="line">
            <a:avLst/>
          </a:prstGeom>
          <a:noFill/>
          <a:ln w="15875">
            <a:solidFill>
              <a:srgbClr val="5FD4FF"/>
            </a:solidFill>
            <a:prstDash val="solid"/>
          </a:ln>
        </p:spPr>
      </p:sp>
      <p:sp>
        <p:nvSpPr>
          <p:cNvPr id="72" name="callout-dot-15"/>
          <p:cNvSpPr/>
          <p:nvPr/>
        </p:nvSpPr>
        <p:spPr>
          <a:xfrm>
            <a:off x="7361944" y="3367739"/>
            <a:ext cx="165096" cy="165096"/>
          </a:xfrm>
          <a:prstGeom prst="ellipse">
            <a:avLst/>
          </a:prstGeom>
          <a:solidFill>
            <a:srgbClr val="5FD4FF">
              <a:alpha val="25000"/>
            </a:srgbClr>
          </a:solidFill>
          <a:ln/>
        </p:spPr>
      </p:sp>
      <p:sp>
        <p:nvSpPr>
          <p:cNvPr id="73" name="callout-dot-16"/>
          <p:cNvSpPr/>
          <p:nvPr/>
        </p:nvSpPr>
        <p:spPr>
          <a:xfrm>
            <a:off x="7403218" y="3409013"/>
            <a:ext cx="82548" cy="825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FD4FF"/>
            </a:solidFill>
            <a:prstDash val="solid"/>
          </a:ln>
        </p:spPr>
      </p:sp>
      <p:sp>
        <p:nvSpPr>
          <p:cNvPr id="74" name="callout-dot-17"/>
          <p:cNvSpPr/>
          <p:nvPr/>
        </p:nvSpPr>
        <p:spPr>
          <a:xfrm>
            <a:off x="8554475" y="3795192"/>
            <a:ext cx="165096" cy="165096"/>
          </a:xfrm>
          <a:prstGeom prst="ellipse">
            <a:avLst/>
          </a:prstGeom>
          <a:solidFill>
            <a:srgbClr val="5FD4FF">
              <a:alpha val="25000"/>
            </a:srgbClr>
          </a:solidFill>
          <a:ln/>
        </p:spPr>
      </p:sp>
      <p:sp>
        <p:nvSpPr>
          <p:cNvPr id="75" name="callout-dot-18"/>
          <p:cNvSpPr/>
          <p:nvPr/>
        </p:nvSpPr>
        <p:spPr>
          <a:xfrm>
            <a:off x="8595749" y="3836466"/>
            <a:ext cx="82548" cy="825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FD4FF"/>
            </a:solidFill>
            <a:prstDash val="solid"/>
          </a:ln>
        </p:spPr>
      </p:sp>
      <p:sp>
        <p:nvSpPr>
          <p:cNvPr id="76" name="callout-dot-19"/>
          <p:cNvSpPr/>
          <p:nvPr/>
        </p:nvSpPr>
        <p:spPr>
          <a:xfrm>
            <a:off x="7036708" y="4135915"/>
            <a:ext cx="165096" cy="165096"/>
          </a:xfrm>
          <a:prstGeom prst="ellipse">
            <a:avLst/>
          </a:prstGeom>
          <a:solidFill>
            <a:srgbClr val="5FD4FF">
              <a:alpha val="25000"/>
            </a:srgbClr>
          </a:solidFill>
          <a:ln/>
        </p:spPr>
      </p:sp>
      <p:sp>
        <p:nvSpPr>
          <p:cNvPr id="77" name="callout-dot-20"/>
          <p:cNvSpPr/>
          <p:nvPr/>
        </p:nvSpPr>
        <p:spPr>
          <a:xfrm>
            <a:off x="7077982" y="4177189"/>
            <a:ext cx="82548" cy="825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FD4FF"/>
            </a:solidFill>
            <a:prstDash val="solid"/>
          </a:ln>
        </p:spPr>
      </p:sp>
      <p:sp>
        <p:nvSpPr>
          <p:cNvPr id="78" name="bub-21"/>
          <p:cNvSpPr/>
          <p:nvPr/>
        </p:nvSpPr>
        <p:spPr>
          <a:xfrm>
            <a:off x="7535773" y="2749481"/>
            <a:ext cx="1569899" cy="317492"/>
          </a:xfrm>
          <a:prstGeom prst="roundRect">
            <a:avLst>
              <a:gd name="adj" fmla="val 50000"/>
            </a:avLst>
          </a:prstGeom>
          <a:solidFill>
            <a:srgbClr val="061A3F">
              <a:alpha val="82000"/>
            </a:srgbClr>
          </a:solidFill>
          <a:ln w="12700">
            <a:solidFill>
              <a:srgbClr val="5FD4FF"/>
            </a:solidFill>
            <a:prstDash val="solid"/>
          </a:ln>
          <a:effectLst>
            <a:outerShdw sx="100000" sy="100000" kx="0" ky="0" algn="bl" rotWithShape="0" blurRad="57149" dist="50800" dir="5400000">
              <a:srgbClr val="5FD4FF">
                <a:alpha val="45000"/>
              </a:srgbClr>
            </a:outerShdw>
          </a:effectLst>
        </p:spPr>
      </p:sp>
      <p:pic>
        <p:nvPicPr>
          <p:cNvPr id="79" name="Image 37" descr="Khung ic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592922" y="2806630"/>
            <a:ext cx="203195" cy="203195"/>
          </a:xfrm>
          <a:prstGeom prst="rect">
            <a:avLst/>
          </a:prstGeom>
        </p:spPr>
      </p:pic>
      <p:sp>
        <p:nvSpPr>
          <p:cNvPr id="80" name="Text 40"/>
          <p:cNvSpPr txBox="1"/>
          <p:nvPr/>
        </p:nvSpPr>
        <p:spPr>
          <a:xfrm>
            <a:off x="7592922" y="2790374"/>
            <a:ext cx="203195" cy="235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81" name="Text 41"/>
          <p:cNvSpPr txBox="1"/>
          <p:nvPr/>
        </p:nvSpPr>
        <p:spPr>
          <a:xfrm>
            <a:off x="7859615" y="2833081"/>
            <a:ext cx="1304684" cy="150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phơi nhiễm tia X</a:t>
            </a:r>
            <a:endParaRPr lang="en-US" sz="850" dirty="0"/>
          </a:p>
        </p:txBody>
      </p:sp>
      <p:sp>
        <p:nvSpPr>
          <p:cNvPr id="82" name="bub-22"/>
          <p:cNvSpPr/>
          <p:nvPr/>
        </p:nvSpPr>
        <p:spPr>
          <a:xfrm>
            <a:off x="7792347" y="3282868"/>
            <a:ext cx="1313326" cy="317492"/>
          </a:xfrm>
          <a:prstGeom prst="roundRect">
            <a:avLst>
              <a:gd name="adj" fmla="val 50000"/>
            </a:avLst>
          </a:prstGeom>
          <a:solidFill>
            <a:srgbClr val="061A3F">
              <a:alpha val="82000"/>
            </a:srgbClr>
          </a:solidFill>
          <a:ln w="12700">
            <a:solidFill>
              <a:srgbClr val="5FD4FF"/>
            </a:solidFill>
            <a:prstDash val="solid"/>
          </a:ln>
          <a:effectLst>
            <a:outerShdw sx="100000" sy="100000" kx="0" ky="0" algn="bl" rotWithShape="0" blurRad="57149" dist="50800" dir="5400000">
              <a:srgbClr val="5FD4FF">
                <a:alpha val="45000"/>
              </a:srgbClr>
            </a:outerShdw>
          </a:effectLst>
        </p:spPr>
      </p:sp>
      <p:pic>
        <p:nvPicPr>
          <p:cNvPr id="83" name="Image 38" descr="Khung ic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849495" y="3340016"/>
            <a:ext cx="203195" cy="203195"/>
          </a:xfrm>
          <a:prstGeom prst="rect">
            <a:avLst/>
          </a:prstGeom>
        </p:spPr>
      </p:pic>
      <p:sp>
        <p:nvSpPr>
          <p:cNvPr id="84" name="Text 43"/>
          <p:cNvSpPr txBox="1"/>
          <p:nvPr/>
        </p:nvSpPr>
        <p:spPr>
          <a:xfrm>
            <a:off x="7849495" y="3323761"/>
            <a:ext cx="203195" cy="235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85" name="Text 44"/>
          <p:cNvSpPr txBox="1"/>
          <p:nvPr/>
        </p:nvSpPr>
        <p:spPr>
          <a:xfrm>
            <a:off x="8116188" y="3366468"/>
            <a:ext cx="1012190" cy="150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cao</a:t>
            </a:r>
            <a:endParaRPr lang="en-US" sz="850" dirty="0"/>
          </a:p>
        </p:txBody>
      </p:sp>
      <p:sp>
        <p:nvSpPr>
          <p:cNvPr id="86" name="bub-23"/>
          <p:cNvSpPr/>
          <p:nvPr/>
        </p:nvSpPr>
        <p:spPr>
          <a:xfrm>
            <a:off x="5943451" y="3752756"/>
            <a:ext cx="983332" cy="502729"/>
          </a:xfrm>
          <a:prstGeom prst="roundRect">
            <a:avLst>
              <a:gd name="adj" fmla="val 50000"/>
            </a:avLst>
          </a:prstGeom>
          <a:solidFill>
            <a:srgbClr val="061A3F">
              <a:alpha val="82000"/>
            </a:srgbClr>
          </a:solidFill>
          <a:ln w="12700">
            <a:solidFill>
              <a:srgbClr val="5FD4FF"/>
            </a:solidFill>
            <a:prstDash val="solid"/>
          </a:ln>
          <a:effectLst>
            <a:outerShdw sx="100000" sy="100000" kx="0" ky="0" algn="bl" rotWithShape="0" blurRad="57149" dist="50800" dir="5400000">
              <a:srgbClr val="5FD4FF">
                <a:alpha val="45000"/>
              </a:srgbClr>
            </a:outerShdw>
          </a:effectLst>
        </p:spPr>
      </p:sp>
      <p:pic>
        <p:nvPicPr>
          <p:cNvPr id="87" name="Image 39" descr="Khung ic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000600" y="3905648"/>
            <a:ext cx="203195" cy="203195"/>
          </a:xfrm>
          <a:prstGeom prst="rect">
            <a:avLst/>
          </a:prstGeom>
        </p:spPr>
      </p:pic>
      <p:sp>
        <p:nvSpPr>
          <p:cNvPr id="88" name="Text 46"/>
          <p:cNvSpPr txBox="1"/>
          <p:nvPr/>
        </p:nvSpPr>
        <p:spPr>
          <a:xfrm>
            <a:off x="6000600" y="3886218"/>
            <a:ext cx="203195" cy="235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89" name="Text 47"/>
          <p:cNvSpPr txBox="1"/>
          <p:nvPr/>
        </p:nvSpPr>
        <p:spPr>
          <a:xfrm>
            <a:off x="6267293" y="3778830"/>
            <a:ext cx="635998" cy="450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hóa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</a:t>
            </a:r>
            <a:endParaRPr lang="en-US" sz="850" dirty="0"/>
          </a:p>
        </p:txBody>
      </p:sp>
      <p:pic>
        <p:nvPicPr>
          <p:cNvPr id="90" name="Image 40" descr="Khung vdiv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207270" y="1755731"/>
            <a:ext cx="12700" cy="4146446"/>
          </a:xfrm>
          <a:prstGeom prst="rect">
            <a:avLst/>
          </a:prstGeom>
        </p:spPr>
      </p:pic>
      <p:pic>
        <p:nvPicPr>
          <p:cNvPr id="91" name="Image 41" descr="Khung implants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219969" y="1739857"/>
            <a:ext cx="2603435" cy="4178196"/>
          </a:xfrm>
          <a:prstGeom prst="rect">
            <a:avLst/>
          </a:prstGeom>
        </p:spPr>
      </p:pic>
      <p:sp>
        <p:nvSpPr>
          <p:cNvPr id="92" name="grp3d-24"/>
          <p:cNvSpPr/>
          <p:nvPr/>
        </p:nvSpPr>
        <p:spPr>
          <a:xfrm>
            <a:off x="9334267" y="1889971"/>
            <a:ext cx="2374841" cy="1949302"/>
          </a:xfrm>
          <a:prstGeom prst="roundRect">
            <a:avLst>
              <a:gd name="adj" fmla="val 5863"/>
            </a:avLst>
          </a:prstGeom>
          <a:solidFill>
            <a:srgbClr val="8ED14F">
              <a:alpha val="8000"/>
            </a:srgbClr>
          </a:solidFill>
          <a:ln w="6350">
            <a:solidFill>
              <a:srgbClr val="8ED14F">
                <a:alpha val="60000"/>
              </a:srgbClr>
            </a:solidFill>
            <a:prstDash val="solid"/>
          </a:ln>
        </p:spPr>
      </p:sp>
      <p:sp>
        <p:nvSpPr>
          <p:cNvPr id="93" name="tag-25"/>
          <p:cNvSpPr/>
          <p:nvPr/>
        </p:nvSpPr>
        <p:spPr>
          <a:xfrm>
            <a:off x="9892953" y="1947119"/>
            <a:ext cx="1257368" cy="165096"/>
          </a:xfrm>
          <a:prstGeom prst="roundRect">
            <a:avLst>
              <a:gd name="adj" fmla="val 50000"/>
            </a:avLst>
          </a:prstGeom>
          <a:solidFill>
            <a:srgbClr val="8ED14F"/>
          </a:solidFill>
          <a:ln/>
        </p:spPr>
      </p:sp>
      <p:sp>
        <p:nvSpPr>
          <p:cNvPr id="94" name="Text 50"/>
          <p:cNvSpPr txBox="1"/>
          <p:nvPr/>
        </p:nvSpPr>
        <p:spPr>
          <a:xfrm>
            <a:off x="9892953" y="1933912"/>
            <a:ext cx="1257368" cy="19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IN 3D</a:t>
            </a:r>
            <a:endParaRPr lang="en-US" sz="800" dirty="0"/>
          </a:p>
        </p:txBody>
      </p:sp>
      <p:sp>
        <p:nvSpPr>
          <p:cNvPr id="95" name="Text 51"/>
          <p:cNvSpPr txBox="1"/>
          <p:nvPr/>
        </p:nvSpPr>
        <p:spPr>
          <a:xfrm>
            <a:off x="9233177" y="2123010"/>
            <a:ext cx="2577020" cy="30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xốp tối ưu hóa</a:t>
            </a:r>
            <a:endParaRPr lang="en-US" sz="825" dirty="0"/>
          </a:p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xương</a:t>
            </a:r>
            <a:endParaRPr lang="en-US" sz="825" dirty="0"/>
          </a:p>
        </p:txBody>
      </p:sp>
      <p:sp>
        <p:nvSpPr>
          <p:cNvPr id="96" name="pimg-26"/>
          <p:cNvSpPr/>
          <p:nvPr/>
        </p:nvSpPr>
        <p:spPr>
          <a:xfrm>
            <a:off x="9391415" y="2450344"/>
            <a:ext cx="1092173" cy="812780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4449" dist="38099" dir="5400000">
              <a:srgbClr val="000000">
                <a:alpha val="25000"/>
              </a:srgbClr>
            </a:outerShdw>
          </a:effectLst>
        </p:spPr>
      </p:sp>
      <p:pic>
        <p:nvPicPr>
          <p:cNvPr id="97" name="Image 42" descr="25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442625" y="2676061"/>
            <a:ext cx="485337" cy="361346"/>
          </a:xfrm>
          <a:prstGeom prst="rect">
            <a:avLst/>
          </a:prstGeom>
        </p:spPr>
      </p:pic>
      <p:pic>
        <p:nvPicPr>
          <p:cNvPr id="98" name="Image 43" descr="26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947053" y="2669910"/>
            <a:ext cx="485314" cy="373648"/>
          </a:xfrm>
          <a:prstGeom prst="rect">
            <a:avLst/>
          </a:prstGeom>
        </p:spPr>
      </p:pic>
      <p:sp>
        <p:nvSpPr>
          <p:cNvPr id="99" name="Text 53"/>
          <p:cNvSpPr txBox="1"/>
          <p:nvPr/>
        </p:nvSpPr>
        <p:spPr>
          <a:xfrm>
            <a:off x="9563013" y="3308009"/>
            <a:ext cx="748878" cy="177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1050" dirty="0"/>
          </a:p>
        </p:txBody>
      </p:sp>
      <p:sp>
        <p:nvSpPr>
          <p:cNvPr id="100" name="Text 54"/>
          <p:cNvSpPr txBox="1"/>
          <p:nvPr/>
        </p:nvSpPr>
        <p:spPr>
          <a:xfrm>
            <a:off x="9528855" y="3484182"/>
            <a:ext cx="817195" cy="30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800" dirty="0"/>
          </a:p>
        </p:txBody>
      </p:sp>
      <p:sp>
        <p:nvSpPr>
          <p:cNvPr id="101" name="pimg-27"/>
          <p:cNvSpPr/>
          <p:nvPr/>
        </p:nvSpPr>
        <p:spPr>
          <a:xfrm>
            <a:off x="10559786" y="2450344"/>
            <a:ext cx="1092173" cy="812780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4449" dist="38099" dir="5400000">
              <a:srgbClr val="000000">
                <a:alpha val="25000"/>
              </a:srgbClr>
            </a:outerShdw>
          </a:effectLst>
        </p:spPr>
      </p:sp>
      <p:pic>
        <p:nvPicPr>
          <p:cNvPr id="102" name="Image 44" descr="28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611034" y="2645503"/>
            <a:ext cx="485261" cy="422463"/>
          </a:xfrm>
          <a:prstGeom prst="rect">
            <a:avLst/>
          </a:prstGeom>
        </p:spPr>
      </p:pic>
      <p:pic>
        <p:nvPicPr>
          <p:cNvPr id="103" name="Image 45" descr="29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1115442" y="2652646"/>
            <a:ext cx="485276" cy="408176"/>
          </a:xfrm>
          <a:prstGeom prst="rect">
            <a:avLst/>
          </a:prstGeom>
        </p:spPr>
      </p:pic>
      <p:sp>
        <p:nvSpPr>
          <p:cNvPr id="104" name="Text 56"/>
          <p:cNvSpPr txBox="1"/>
          <p:nvPr/>
        </p:nvSpPr>
        <p:spPr>
          <a:xfrm>
            <a:off x="10839167" y="3308009"/>
            <a:ext cx="533410" cy="177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1050" dirty="0"/>
          </a:p>
        </p:txBody>
      </p:sp>
      <p:sp>
        <p:nvSpPr>
          <p:cNvPr id="105" name="Text 57"/>
          <p:cNvSpPr txBox="1"/>
          <p:nvPr/>
        </p:nvSpPr>
        <p:spPr>
          <a:xfrm>
            <a:off x="10880677" y="3484182"/>
            <a:ext cx="450390" cy="30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3D</a:t>
            </a:r>
            <a:endParaRPr lang="en-US" sz="800" dirty="0"/>
          </a:p>
        </p:txBody>
      </p:sp>
      <p:sp>
        <p:nvSpPr>
          <p:cNvPr id="106" name="pc-28"/>
          <p:cNvSpPr/>
          <p:nvPr/>
        </p:nvSpPr>
        <p:spPr>
          <a:xfrm>
            <a:off x="9334267" y="3963988"/>
            <a:ext cx="1149321" cy="1803752"/>
          </a:xfrm>
          <a:prstGeom prst="roundRect">
            <a:avLst>
              <a:gd name="adj" fmla="val 8840"/>
            </a:avLst>
          </a:prstGeom>
          <a:solidFill>
            <a:srgbClr val="FFFFFF">
              <a:alpha val="6000"/>
            </a:srgbClr>
          </a:solidFill>
          <a:ln w="6350">
            <a:solidFill>
              <a:srgbClr val="A0D2FF">
                <a:alpha val="30000"/>
              </a:srgbClr>
            </a:solidFill>
            <a:prstDash val="solid"/>
          </a:ln>
        </p:spPr>
      </p:sp>
      <p:sp>
        <p:nvSpPr>
          <p:cNvPr id="107" name="pimg-29"/>
          <p:cNvSpPr/>
          <p:nvPr/>
        </p:nvSpPr>
        <p:spPr>
          <a:xfrm>
            <a:off x="9391415" y="4021136"/>
            <a:ext cx="1035024" cy="812780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4449" dist="38099" dir="5400000">
              <a:srgbClr val="000000">
                <a:alpha val="25000"/>
              </a:srgbClr>
            </a:outerShdw>
          </a:effectLst>
        </p:spPr>
      </p:sp>
      <p:pic>
        <p:nvPicPr>
          <p:cNvPr id="108" name="Image 46" descr="31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9585116" y="4071935"/>
            <a:ext cx="647523" cy="711083"/>
          </a:xfrm>
          <a:prstGeom prst="rect">
            <a:avLst/>
          </a:prstGeom>
        </p:spPr>
      </p:pic>
      <p:sp>
        <p:nvSpPr>
          <p:cNvPr id="109" name="Text 60"/>
          <p:cNvSpPr txBox="1"/>
          <p:nvPr/>
        </p:nvSpPr>
        <p:spPr>
          <a:xfrm>
            <a:off x="9526069" y="4878801"/>
            <a:ext cx="765618" cy="177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1050" dirty="0"/>
          </a:p>
        </p:txBody>
      </p:sp>
      <p:sp>
        <p:nvSpPr>
          <p:cNvPr id="110" name="Text 61"/>
          <p:cNvSpPr txBox="1"/>
          <p:nvPr/>
        </p:nvSpPr>
        <p:spPr>
          <a:xfrm>
            <a:off x="9490666" y="5065538"/>
            <a:ext cx="836423" cy="1531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800" dirty="0"/>
          </a:p>
        </p:txBody>
      </p:sp>
      <p:pic>
        <p:nvPicPr>
          <p:cNvPr id="111" name="Image 47" descr="Khung pc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0559786" y="3960813"/>
            <a:ext cx="1149321" cy="1803355"/>
          </a:xfrm>
          <a:prstGeom prst="rect">
            <a:avLst/>
          </a:prstGeom>
        </p:spPr>
      </p:pic>
      <p:sp>
        <p:nvSpPr>
          <p:cNvPr id="112" name="pimg-30"/>
          <p:cNvSpPr/>
          <p:nvPr/>
        </p:nvSpPr>
        <p:spPr>
          <a:xfrm>
            <a:off x="10616935" y="4021136"/>
            <a:ext cx="1035024" cy="812780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44449" dist="38099" dir="5400000">
              <a:srgbClr val="000000">
                <a:alpha val="25000"/>
              </a:srgbClr>
            </a:outerShdw>
          </a:effectLst>
        </p:spPr>
      </p:sp>
      <p:pic>
        <p:nvPicPr>
          <p:cNvPr id="113" name="Image 48" descr="33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10667790" y="4085428"/>
            <a:ext cx="933313" cy="684195"/>
          </a:xfrm>
          <a:prstGeom prst="rect">
            <a:avLst/>
          </a:prstGeom>
        </p:spPr>
      </p:pic>
      <p:sp>
        <p:nvSpPr>
          <p:cNvPr id="114" name="Text 63"/>
          <p:cNvSpPr txBox="1"/>
          <p:nvPr/>
        </p:nvSpPr>
        <p:spPr>
          <a:xfrm>
            <a:off x="10751588" y="4866538"/>
            <a:ext cx="765618" cy="3556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GADGET</a:t>
            </a:r>
            <a:endParaRPr lang="en-US" sz="1050" dirty="0"/>
          </a:p>
        </p:txBody>
      </p:sp>
      <p:sp>
        <p:nvSpPr>
          <p:cNvPr id="115" name="Text 64"/>
          <p:cNvSpPr txBox="1"/>
          <p:nvPr/>
        </p:nvSpPr>
        <p:spPr>
          <a:xfrm>
            <a:off x="10857682" y="5208263"/>
            <a:ext cx="553430" cy="306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ít xâm lấn</a:t>
            </a:r>
            <a:endParaRPr lang="en-US" sz="800" dirty="0"/>
          </a:p>
        </p:txBody>
      </p:sp>
      <p:sp>
        <p:nvSpPr>
          <p:cNvPr id="116" name="mis-31"/>
          <p:cNvSpPr/>
          <p:nvPr/>
        </p:nvSpPr>
        <p:spPr>
          <a:xfrm>
            <a:off x="10947424" y="5544304"/>
            <a:ext cx="373946" cy="153587"/>
          </a:xfrm>
          <a:prstGeom prst="roundRect">
            <a:avLst>
              <a:gd name="adj" fmla="val 41344"/>
            </a:avLst>
          </a:prstGeom>
          <a:solidFill>
            <a:srgbClr val="8ED14F"/>
          </a:solidFill>
          <a:ln/>
        </p:spPr>
      </p:sp>
      <p:sp>
        <p:nvSpPr>
          <p:cNvPr id="117" name="Text 66"/>
          <p:cNvSpPr txBox="1"/>
          <p:nvPr/>
        </p:nvSpPr>
        <p:spPr>
          <a:xfrm>
            <a:off x="10947424" y="5532017"/>
            <a:ext cx="373946" cy="178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VOA - Thăng Long Quốc Tế</dc:title>
  <dc:subject>PptxGenJS Presentation</dc:subject>
  <dc:creator>PptxGenJS</dc:creator>
  <cp:lastModifiedBy>PptxGenJS</cp:lastModifiedBy>
  <cp:revision>1</cp:revision>
  <dcterms:created xsi:type="dcterms:W3CDTF">2026-09-28T21:27:16Z</dcterms:created>
  <dcterms:modified xsi:type="dcterms:W3CDTF">2026-09-28T21:27:16Z</dcterms:modified>
</cp:coreProperties>
</file>