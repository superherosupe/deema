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096305"/>
  <p:notesSz cx="609630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8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50" y="263823"/>
            <a:ext cx="660300" cy="653355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900" y="425450"/>
            <a:ext cx="495300" cy="495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600" y="425450"/>
            <a:ext cx="495300" cy="495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5300" y="425450"/>
            <a:ext cx="495300" cy="495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3000" y="425450"/>
            <a:ext cx="495300" cy="495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244608"/>
            <a:ext cx="1082576" cy="457183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62152" y="137160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0222" y="137160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600" y="2890838"/>
            <a:ext cx="1168400" cy="292100"/>
          </a:xfrm>
          <a:prstGeom prst="rect">
            <a:avLst/>
          </a:prstGeom>
        </p:spPr>
      </p:pic>
      <p:pic>
        <p:nvPicPr>
          <p:cNvPr id="11" name="Image 9" descr="sh_4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83063" y="2477668"/>
            <a:ext cx="3666474" cy="1562841"/>
          </a:xfrm>
          <a:prstGeom prst="rect">
            <a:avLst/>
          </a:prstGeom>
        </p:spPr>
      </p:pic>
      <p:pic>
        <p:nvPicPr>
          <p:cNvPr id="12" name="Image 10" descr="Skulhe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1420" y="4338647"/>
            <a:ext cx="1198959" cy="292080"/>
          </a:xfrm>
          <a:prstGeom prst="rect">
            <a:avLst/>
          </a:prstGeom>
        </p:spPr>
      </p:pic>
      <p:pic>
        <p:nvPicPr>
          <p:cNvPr id="13" name="Image 11" descr="sh_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8603" y="3827710"/>
            <a:ext cx="3773395" cy="1574206"/>
          </a:xfrm>
          <a:prstGeom prst="rect">
            <a:avLst/>
          </a:prstGeom>
        </p:spPr>
      </p:pic>
      <p:pic>
        <p:nvPicPr>
          <p:cNvPr id="14" name="Image 12" descr="Curex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69000" y="1333505"/>
            <a:ext cx="1052513" cy="266691"/>
          </a:xfrm>
          <a:prstGeom prst="rect">
            <a:avLst/>
          </a:prstGeom>
        </p:spPr>
      </p:pic>
      <p:pic>
        <p:nvPicPr>
          <p:cNvPr id="15" name="Image 13" descr="C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10413" y="1384323"/>
            <a:ext cx="232767" cy="165053"/>
          </a:xfrm>
          <a:prstGeom prst="rect">
            <a:avLst/>
          </a:prstGeom>
        </p:spPr>
      </p:pic>
      <p:pic>
        <p:nvPicPr>
          <p:cNvPr id="16" name="Image 14" descr="FD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93980" y="1384300"/>
            <a:ext cx="415925" cy="165100"/>
          </a:xfrm>
          <a:prstGeom prst="rect">
            <a:avLst/>
          </a:prstGeom>
        </p:spPr>
      </p:pic>
      <p:pic>
        <p:nvPicPr>
          <p:cNvPr id="17" name="Image 15" descr="Mantiz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634538" y="1339860"/>
            <a:ext cx="1034058" cy="253979"/>
          </a:xfrm>
          <a:prstGeom prst="rect">
            <a:avLst/>
          </a:prstGeom>
        </p:spPr>
      </p:pic>
      <p:pic>
        <p:nvPicPr>
          <p:cNvPr id="18" name="Image 16" descr="ISO 1348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732095" y="1320807"/>
            <a:ext cx="271562" cy="292087"/>
          </a:xfrm>
          <a:prstGeom prst="rect">
            <a:avLst/>
          </a:prstGeom>
        </p:spPr>
      </p:pic>
      <p:pic>
        <p:nvPicPr>
          <p:cNvPr id="19" name="Image 17" descr="G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054457" y="1320806"/>
            <a:ext cx="354806" cy="292088"/>
          </a:xfrm>
          <a:prstGeom prst="rect">
            <a:avLst/>
          </a:prstGeom>
        </p:spPr>
      </p:pic>
      <p:pic>
        <p:nvPicPr>
          <p:cNvPr id="20" name="Image 18" descr="CUVIS Spine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45200" y="2209809"/>
            <a:ext cx="1001812" cy="228582"/>
          </a:xfrm>
          <a:prstGeom prst="rect">
            <a:avLst/>
          </a:prstGeom>
        </p:spPr>
      </p:pic>
      <p:pic>
        <p:nvPicPr>
          <p:cNvPr id="21" name="Image 19" descr="Robot CUVIS Sp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00801" y="3035307"/>
            <a:ext cx="3289595" cy="3047987"/>
          </a:xfrm>
          <a:prstGeom prst="rect">
            <a:avLst/>
          </a:prstGeom>
        </p:spPr>
      </p:pic>
      <p:pic>
        <p:nvPicPr>
          <p:cNvPr id="22" name="Image 20" descr="2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42861" y="2676128"/>
            <a:ext cx="485349" cy="361355"/>
          </a:xfrm>
          <a:prstGeom prst="rect">
            <a:avLst/>
          </a:prstGeom>
        </p:spPr>
      </p:pic>
      <p:pic>
        <p:nvPicPr>
          <p:cNvPr id="23" name="Image 21" descr="2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47301" y="2669977"/>
            <a:ext cx="485326" cy="373658"/>
          </a:xfrm>
          <a:prstGeom prst="rect">
            <a:avLst/>
          </a:prstGeom>
        </p:spPr>
      </p:pic>
      <p:pic>
        <p:nvPicPr>
          <p:cNvPr id="24" name="Image 22" descr="2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611299" y="2645569"/>
            <a:ext cx="485274" cy="422473"/>
          </a:xfrm>
          <a:prstGeom prst="rect">
            <a:avLst/>
          </a:prstGeom>
        </p:spPr>
      </p:pic>
      <p:pic>
        <p:nvPicPr>
          <p:cNvPr id="25" name="Image 23" descr="2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15720" y="2652713"/>
            <a:ext cx="485288" cy="408186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585356" y="4072037"/>
            <a:ext cx="647539" cy="711101"/>
          </a:xfrm>
          <a:prstGeom prst="rect">
            <a:avLst/>
          </a:prstGeom>
        </p:spPr>
      </p:pic>
      <p:pic>
        <p:nvPicPr>
          <p:cNvPr id="27" name="Image 25" descr="3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668057" y="4085530"/>
            <a:ext cx="933336" cy="684213"/>
          </a:xfrm>
          <a:prstGeom prst="rect">
            <a:avLst/>
          </a:prstGeom>
        </p:spPr>
      </p:pic>
      <p:pic>
        <p:nvPicPr>
          <p:cNvPr id="28" name="Image 26" descr="Callout lines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0" y="0"/>
            <a:ext cx="12191695" cy="6096305"/>
          </a:xfrm>
          <a:prstGeom prst="rect">
            <a:avLst/>
          </a:prstGeom>
        </p:spPr>
      </p:pic>
      <p:sp>
        <p:nvSpPr>
          <p:cNvPr id="29" name="Text 0"/>
          <p:cNvSpPr txBox="1"/>
          <p:nvPr/>
        </p:nvSpPr>
        <p:spPr>
          <a:xfrm>
            <a:off x="1358900" y="279273"/>
            <a:ext cx="6911548" cy="35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3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300" dirty="0"/>
          </a:p>
        </p:txBody>
      </p:sp>
      <p:sp>
        <p:nvSpPr>
          <p:cNvPr id="30" name="Text 1"/>
          <p:cNvSpPr txBox="1"/>
          <p:nvPr/>
        </p:nvSpPr>
        <p:spPr>
          <a:xfrm>
            <a:off x="1358900" y="644021"/>
            <a:ext cx="6911548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500" dirty="0"/>
          </a:p>
        </p:txBody>
      </p:sp>
      <p:sp>
        <p:nvSpPr>
          <p:cNvPr id="31" name="Text 2"/>
          <p:cNvSpPr txBox="1"/>
          <p:nvPr/>
        </p:nvSpPr>
        <p:spPr>
          <a:xfrm>
            <a:off x="10360720" y="111252"/>
            <a:ext cx="1682276" cy="228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Hotline </a:t>
            </a:r>
            <a:pPr algn="l" indent="0" marL="0">
              <a:buNone/>
            </a:pPr>
            <a:r>
              <a:rPr lang="en-US" sz="10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000" dirty="0"/>
          </a:p>
        </p:txBody>
      </p:sp>
      <p:sp>
        <p:nvSpPr>
          <p:cNvPr id="32" name="Text 3"/>
          <p:cNvSpPr txBox="1"/>
          <p:nvPr/>
        </p:nvSpPr>
        <p:spPr>
          <a:xfrm>
            <a:off x="9414867" y="925830"/>
            <a:ext cx="439317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650" dirty="0"/>
          </a:p>
        </p:txBody>
      </p:sp>
      <p:sp>
        <p:nvSpPr>
          <p:cNvPr id="33" name="Text 4"/>
          <p:cNvSpPr txBox="1"/>
          <p:nvPr/>
        </p:nvSpPr>
        <p:spPr>
          <a:xfrm>
            <a:off x="10170319" y="925830"/>
            <a:ext cx="19353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650" dirty="0"/>
          </a:p>
        </p:txBody>
      </p:sp>
      <p:sp>
        <p:nvSpPr>
          <p:cNvPr id="34" name="Text 5"/>
          <p:cNvSpPr txBox="1"/>
          <p:nvPr/>
        </p:nvSpPr>
        <p:spPr>
          <a:xfrm>
            <a:off x="10773668" y="925830"/>
            <a:ext cx="29465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650" dirty="0"/>
          </a:p>
        </p:txBody>
      </p:sp>
      <p:sp>
        <p:nvSpPr>
          <p:cNvPr id="35" name="Text 6"/>
          <p:cNvSpPr txBox="1"/>
          <p:nvPr/>
        </p:nvSpPr>
        <p:spPr>
          <a:xfrm>
            <a:off x="11353304" y="925830"/>
            <a:ext cx="449836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650" dirty="0"/>
          </a:p>
        </p:txBody>
      </p:sp>
      <p:sp>
        <p:nvSpPr>
          <p:cNvPr id="36" name="Text 7"/>
          <p:cNvSpPr txBox="1"/>
          <p:nvPr/>
        </p:nvSpPr>
        <p:spPr>
          <a:xfrm>
            <a:off x="182118" y="1809242"/>
            <a:ext cx="5617464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100" dirty="0"/>
          </a:p>
        </p:txBody>
      </p:sp>
      <p:sp>
        <p:nvSpPr>
          <p:cNvPr id="37" name="Text 8"/>
          <p:cNvSpPr txBox="1"/>
          <p:nvPr/>
        </p:nvSpPr>
        <p:spPr>
          <a:xfrm>
            <a:off x="1689993" y="2019046"/>
            <a:ext cx="3269879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650" dirty="0"/>
          </a:p>
        </p:txBody>
      </p:sp>
      <p:sp>
        <p:nvSpPr>
          <p:cNvPr id="38" name="Text 9"/>
          <p:cNvSpPr txBox="1"/>
          <p:nvPr/>
        </p:nvSpPr>
        <p:spPr>
          <a:xfrm>
            <a:off x="1340148" y="2298446"/>
            <a:ext cx="4067526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650" dirty="0"/>
          </a:p>
        </p:txBody>
      </p:sp>
      <p:sp>
        <p:nvSpPr>
          <p:cNvPr id="39" name="Text 10"/>
          <p:cNvSpPr txBox="1"/>
          <p:nvPr/>
        </p:nvSpPr>
        <p:spPr>
          <a:xfrm>
            <a:off x="743603" y="3274124"/>
            <a:ext cx="1154394" cy="427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50" dirty="0"/>
          </a:p>
        </p:txBody>
      </p:sp>
      <p:sp>
        <p:nvSpPr>
          <p:cNvPr id="40" name="Text 11"/>
          <p:cNvSpPr txBox="1"/>
          <p:nvPr/>
        </p:nvSpPr>
        <p:spPr>
          <a:xfrm>
            <a:off x="3982244" y="4736656"/>
            <a:ext cx="1357313" cy="213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50" dirty="0"/>
          </a:p>
        </p:txBody>
      </p:sp>
      <p:sp>
        <p:nvSpPr>
          <p:cNvPr id="41" name="Text 12"/>
          <p:cNvSpPr txBox="1"/>
          <p:nvPr/>
        </p:nvSpPr>
        <p:spPr>
          <a:xfrm>
            <a:off x="488741" y="5380736"/>
            <a:ext cx="1761452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00" dirty="0"/>
          </a:p>
        </p:txBody>
      </p:sp>
      <p:sp>
        <p:nvSpPr>
          <p:cNvPr id="42" name="Text 13"/>
          <p:cNvSpPr txBox="1"/>
          <p:nvPr/>
        </p:nvSpPr>
        <p:spPr>
          <a:xfrm>
            <a:off x="488741" y="5616956"/>
            <a:ext cx="17614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00" dirty="0"/>
          </a:p>
        </p:txBody>
      </p:sp>
      <p:sp>
        <p:nvSpPr>
          <p:cNvPr id="43" name="Text 14"/>
          <p:cNvSpPr txBox="1"/>
          <p:nvPr/>
        </p:nvSpPr>
        <p:spPr>
          <a:xfrm>
            <a:off x="2116869" y="5380736"/>
            <a:ext cx="1754213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00" dirty="0"/>
          </a:p>
        </p:txBody>
      </p:sp>
      <p:sp>
        <p:nvSpPr>
          <p:cNvPr id="44" name="Text 15"/>
          <p:cNvSpPr txBox="1"/>
          <p:nvPr/>
        </p:nvSpPr>
        <p:spPr>
          <a:xfrm>
            <a:off x="2116869" y="5616956"/>
            <a:ext cx="1754213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00" dirty="0"/>
          </a:p>
        </p:txBody>
      </p:sp>
      <p:sp>
        <p:nvSpPr>
          <p:cNvPr id="45" name="Text 16"/>
          <p:cNvSpPr txBox="1"/>
          <p:nvPr/>
        </p:nvSpPr>
        <p:spPr>
          <a:xfrm>
            <a:off x="3738202" y="5380736"/>
            <a:ext cx="1754213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00" dirty="0"/>
          </a:p>
        </p:txBody>
      </p:sp>
      <p:sp>
        <p:nvSpPr>
          <p:cNvPr id="46" name="Text 17"/>
          <p:cNvSpPr txBox="1"/>
          <p:nvPr/>
        </p:nvSpPr>
        <p:spPr>
          <a:xfrm>
            <a:off x="3738202" y="5616956"/>
            <a:ext cx="1754213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00" dirty="0"/>
          </a:p>
        </p:txBody>
      </p:sp>
      <p:sp>
        <p:nvSpPr>
          <p:cNvPr id="47" name="Text 18"/>
          <p:cNvSpPr txBox="1"/>
          <p:nvPr/>
        </p:nvSpPr>
        <p:spPr>
          <a:xfrm>
            <a:off x="5722239" y="1788160"/>
            <a:ext cx="3605022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00" dirty="0"/>
          </a:p>
        </p:txBody>
      </p:sp>
      <p:sp>
        <p:nvSpPr>
          <p:cNvPr id="48" name="Text 19"/>
          <p:cNvSpPr txBox="1"/>
          <p:nvPr/>
        </p:nvSpPr>
        <p:spPr>
          <a:xfrm>
            <a:off x="7593112" y="2790444"/>
            <a:ext cx="203200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49" name="Text 20"/>
          <p:cNvSpPr txBox="1"/>
          <p:nvPr/>
        </p:nvSpPr>
        <p:spPr>
          <a:xfrm>
            <a:off x="7859812" y="2833152"/>
            <a:ext cx="1304717" cy="150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850" dirty="0"/>
          </a:p>
        </p:txBody>
      </p:sp>
      <p:sp>
        <p:nvSpPr>
          <p:cNvPr id="50" name="Text 21"/>
          <p:cNvSpPr txBox="1"/>
          <p:nvPr/>
        </p:nvSpPr>
        <p:spPr>
          <a:xfrm>
            <a:off x="7849691" y="3323844"/>
            <a:ext cx="203200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51" name="Text 22"/>
          <p:cNvSpPr txBox="1"/>
          <p:nvPr/>
        </p:nvSpPr>
        <p:spPr>
          <a:xfrm>
            <a:off x="8116391" y="3366552"/>
            <a:ext cx="1012216" cy="150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850" dirty="0"/>
          </a:p>
        </p:txBody>
      </p:sp>
      <p:sp>
        <p:nvSpPr>
          <p:cNvPr id="52" name="Text 23"/>
          <p:cNvSpPr txBox="1"/>
          <p:nvPr/>
        </p:nvSpPr>
        <p:spPr>
          <a:xfrm>
            <a:off x="6000750" y="3886315"/>
            <a:ext cx="203200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53" name="Text 24"/>
          <p:cNvSpPr txBox="1"/>
          <p:nvPr/>
        </p:nvSpPr>
        <p:spPr>
          <a:xfrm>
            <a:off x="6267450" y="3778925"/>
            <a:ext cx="636014" cy="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850" dirty="0"/>
          </a:p>
        </p:txBody>
      </p:sp>
      <p:sp>
        <p:nvSpPr>
          <p:cNvPr id="54" name="Text 25"/>
          <p:cNvSpPr txBox="1"/>
          <p:nvPr/>
        </p:nvSpPr>
        <p:spPr>
          <a:xfrm>
            <a:off x="9893201" y="1933960"/>
            <a:ext cx="1257399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800" dirty="0"/>
          </a:p>
        </p:txBody>
      </p:sp>
      <p:sp>
        <p:nvSpPr>
          <p:cNvPr id="55" name="Text 26"/>
          <p:cNvSpPr txBox="1"/>
          <p:nvPr/>
        </p:nvSpPr>
        <p:spPr>
          <a:xfrm>
            <a:off x="9233408" y="2123063"/>
            <a:ext cx="2577084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825" dirty="0"/>
          </a:p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825" dirty="0"/>
          </a:p>
        </p:txBody>
      </p:sp>
      <p:sp>
        <p:nvSpPr>
          <p:cNvPr id="56" name="Text 27"/>
          <p:cNvSpPr txBox="1"/>
          <p:nvPr/>
        </p:nvSpPr>
        <p:spPr>
          <a:xfrm>
            <a:off x="9563252" y="3308092"/>
            <a:ext cx="748897" cy="177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1050" dirty="0"/>
          </a:p>
        </p:txBody>
      </p:sp>
      <p:sp>
        <p:nvSpPr>
          <p:cNvPr id="57" name="Text 28"/>
          <p:cNvSpPr txBox="1"/>
          <p:nvPr/>
        </p:nvSpPr>
        <p:spPr>
          <a:xfrm>
            <a:off x="9529093" y="3484269"/>
            <a:ext cx="817215" cy="306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800" dirty="0"/>
          </a:p>
        </p:txBody>
      </p:sp>
      <p:sp>
        <p:nvSpPr>
          <p:cNvPr id="58" name="Text 29"/>
          <p:cNvSpPr txBox="1"/>
          <p:nvPr/>
        </p:nvSpPr>
        <p:spPr>
          <a:xfrm>
            <a:off x="10839438" y="3308092"/>
            <a:ext cx="533424" cy="177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1050" dirty="0"/>
          </a:p>
        </p:txBody>
      </p:sp>
      <p:sp>
        <p:nvSpPr>
          <p:cNvPr id="59" name="Text 30"/>
          <p:cNvSpPr txBox="1"/>
          <p:nvPr/>
        </p:nvSpPr>
        <p:spPr>
          <a:xfrm>
            <a:off x="10880949" y="3484269"/>
            <a:ext cx="450402" cy="306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800" dirty="0"/>
          </a:p>
        </p:txBody>
      </p:sp>
      <p:sp>
        <p:nvSpPr>
          <p:cNvPr id="60" name="Text 31"/>
          <p:cNvSpPr txBox="1"/>
          <p:nvPr/>
        </p:nvSpPr>
        <p:spPr>
          <a:xfrm>
            <a:off x="9526307" y="4878923"/>
            <a:ext cx="765637" cy="177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050" dirty="0"/>
          </a:p>
        </p:txBody>
      </p:sp>
      <p:sp>
        <p:nvSpPr>
          <p:cNvPr id="61" name="Text 32"/>
          <p:cNvSpPr txBox="1"/>
          <p:nvPr/>
        </p:nvSpPr>
        <p:spPr>
          <a:xfrm>
            <a:off x="9490903" y="5065665"/>
            <a:ext cx="836444" cy="153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800" dirty="0"/>
          </a:p>
        </p:txBody>
      </p:sp>
      <p:sp>
        <p:nvSpPr>
          <p:cNvPr id="62" name="Text 33"/>
          <p:cNvSpPr txBox="1"/>
          <p:nvPr/>
        </p:nvSpPr>
        <p:spPr>
          <a:xfrm>
            <a:off x="10751857" y="4866660"/>
            <a:ext cx="765637" cy="355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GADGET</a:t>
            </a:r>
            <a:endParaRPr lang="en-US" sz="1050" dirty="0"/>
          </a:p>
        </p:txBody>
      </p:sp>
      <p:sp>
        <p:nvSpPr>
          <p:cNvPr id="63" name="Text 34"/>
          <p:cNvSpPr txBox="1"/>
          <p:nvPr/>
        </p:nvSpPr>
        <p:spPr>
          <a:xfrm>
            <a:off x="10857953" y="5208393"/>
            <a:ext cx="553444" cy="306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xâm lấn</a:t>
            </a:r>
            <a:endParaRPr lang="en-US" sz="800" dirty="0"/>
          </a:p>
        </p:txBody>
      </p:sp>
      <p:sp>
        <p:nvSpPr>
          <p:cNvPr id="64" name="Text 35"/>
          <p:cNvSpPr txBox="1"/>
          <p:nvPr/>
        </p:nvSpPr>
        <p:spPr>
          <a:xfrm>
            <a:off x="10947698" y="5532156"/>
            <a:ext cx="373955" cy="178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2026-09-28T21:02:34Z</dcterms:created>
  <dcterms:modified xsi:type="dcterms:W3CDTF">2026-09-28T21:02:34Z</dcterms:modified>
</cp:coreProperties>
</file>